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10287000" cx="18288000"/>
  <p:notesSz cx="6858000" cy="9144000"/>
  <p:embeddedFontLst>
    <p:embeddedFont>
      <p:font typeface="Roboto"/>
      <p:regular r:id="rId23"/>
      <p:bold r:id="rId24"/>
      <p:italic r:id="rId25"/>
      <p:boldItalic r:id="rId26"/>
    </p:embeddedFont>
    <p:embeddedFont>
      <p:font typeface="Montserrat"/>
      <p:regular r:id="rId27"/>
      <p:bold r:id="rId28"/>
      <p:italic r:id="rId29"/>
      <p:boldItalic r:id="rId30"/>
    </p:embeddedFont>
    <p:embeddedFont>
      <p:font typeface="Comfortaa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28" Type="http://schemas.openxmlformats.org/officeDocument/2006/relationships/font" Target="fonts/Montserrat-bold.fntdata"/><Relationship Id="rId27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Comfortaa-regular.fntdata"/><Relationship Id="rId30" Type="http://schemas.openxmlformats.org/officeDocument/2006/relationships/font" Target="fonts/Montserrat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Comfortaa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b2e65c143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b2e65c143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2" name="Google Shape;24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0" name="Google Shape;28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b2e65c1436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0" name="Google Shape;310;g3b2e65c1436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b2e65c1436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9" name="Google Shape;339;g3b2e65c1436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b2e65c1436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8" name="Google Shape;368;g3b2e65c1436_0_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b2e65c1436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7" name="Google Shape;397;g3b2e65c1436_0_1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b2e65c1436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6" name="Google Shape;426;g3b2e65c1436_0_1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b2e65c1436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5" name="Google Shape;455;g3b2e65c1436_0_1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4" name="Google Shape;48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b37daf75f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2" name="Google Shape;522;g3b37daf75f2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b37fb7009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1" name="Google Shape;561;g3b37fb70094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b37fb70094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0" name="Google Shape;600;g3b37fb70094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b37fb70094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9" name="Google Shape;639;g3b37fb70094_0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b2e65c1436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9" name="Google Shape;679;g3b2e65c1436_0_2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7" name="Google Shape;71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idx="1" type="subTitle"/>
          </p:nvPr>
        </p:nvSpPr>
        <p:spPr>
          <a:xfrm>
            <a:off x="4729025" y="4416250"/>
            <a:ext cx="86460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id="11" name="Google Shape;11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7572850" y="5848020"/>
            <a:ext cx="1430300" cy="13875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" name="Google Shape;12;p3"/>
          <p:cNvCxnSpPr/>
          <p:nvPr/>
        </p:nvCxnSpPr>
        <p:spPr>
          <a:xfrm rot="10800000">
            <a:off x="708796" y="727500"/>
            <a:ext cx="0" cy="9559500"/>
          </a:xfrm>
          <a:prstGeom prst="straightConnector1">
            <a:avLst/>
          </a:prstGeom>
          <a:noFill/>
          <a:ln cap="flat" cmpd="sng" w="38100">
            <a:solidFill>
              <a:srgbClr val="FFBD4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" name="Google Shape;13;p3"/>
          <p:cNvGrpSpPr/>
          <p:nvPr/>
        </p:nvGrpSpPr>
        <p:grpSpPr>
          <a:xfrm>
            <a:off x="388893" y="9258300"/>
            <a:ext cx="639836" cy="639836"/>
            <a:chOff x="0" y="0"/>
            <a:chExt cx="812800" cy="812800"/>
          </a:xfrm>
        </p:grpSpPr>
        <p:sp>
          <p:nvSpPr>
            <p:cNvPr id="14" name="Google Shape;14;p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3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" name="Google Shape;16;p3"/>
          <p:cNvGrpSpPr/>
          <p:nvPr/>
        </p:nvGrpSpPr>
        <p:grpSpPr>
          <a:xfrm>
            <a:off x="457891" y="8567516"/>
            <a:ext cx="501823" cy="501823"/>
            <a:chOff x="0" y="0"/>
            <a:chExt cx="812800" cy="812800"/>
          </a:xfrm>
        </p:grpSpPr>
        <p:sp>
          <p:nvSpPr>
            <p:cNvPr id="17" name="Google Shape;17;p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3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" name="Google Shape;19;p3"/>
          <p:cNvGrpSpPr/>
          <p:nvPr/>
        </p:nvGrpSpPr>
        <p:grpSpPr>
          <a:xfrm>
            <a:off x="532694" y="8026338"/>
            <a:ext cx="352186" cy="352186"/>
            <a:chOff x="0" y="0"/>
            <a:chExt cx="812800" cy="812800"/>
          </a:xfrm>
        </p:grpSpPr>
        <p:sp>
          <p:nvSpPr>
            <p:cNvPr id="20" name="Google Shape;20;p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3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" name="Google Shape;22;p3"/>
          <p:cNvGrpSpPr/>
          <p:nvPr/>
        </p:nvGrpSpPr>
        <p:grpSpPr>
          <a:xfrm>
            <a:off x="532694" y="551385"/>
            <a:ext cx="352186" cy="352186"/>
            <a:chOff x="0" y="0"/>
            <a:chExt cx="812800" cy="812800"/>
          </a:xfrm>
        </p:grpSpPr>
        <p:sp>
          <p:nvSpPr>
            <p:cNvPr id="23" name="Google Shape;23;p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3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" name="Google Shape;25;p3"/>
          <p:cNvGrpSpPr/>
          <p:nvPr/>
        </p:nvGrpSpPr>
        <p:grpSpPr>
          <a:xfrm>
            <a:off x="16865627" y="551369"/>
            <a:ext cx="2137519" cy="475425"/>
            <a:chOff x="30956" y="22078"/>
            <a:chExt cx="2850026" cy="633900"/>
          </a:xfrm>
        </p:grpSpPr>
        <p:cxnSp>
          <p:nvCxnSpPr>
            <p:cNvPr id="26" name="Google Shape;26;p3"/>
            <p:cNvCxnSpPr/>
            <p:nvPr/>
          </p:nvCxnSpPr>
          <p:spPr>
            <a:xfrm flipH="1" rot="10800000">
              <a:off x="30956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" name="Google Shape;27;p3"/>
            <p:cNvCxnSpPr/>
            <p:nvPr/>
          </p:nvCxnSpPr>
          <p:spPr>
            <a:xfrm flipH="1" rot="10800000">
              <a:off x="430160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" name="Google Shape;28;p3"/>
            <p:cNvCxnSpPr/>
            <p:nvPr/>
          </p:nvCxnSpPr>
          <p:spPr>
            <a:xfrm flipH="1" rot="10800000">
              <a:off x="829364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" name="Google Shape;29;p3"/>
            <p:cNvCxnSpPr/>
            <p:nvPr/>
          </p:nvCxnSpPr>
          <p:spPr>
            <a:xfrm flipH="1" rot="10800000">
              <a:off x="1228569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" name="Google Shape;30;p3"/>
            <p:cNvCxnSpPr/>
            <p:nvPr/>
          </p:nvCxnSpPr>
          <p:spPr>
            <a:xfrm flipH="1" rot="10800000">
              <a:off x="1627773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" name="Google Shape;31;p3"/>
            <p:cNvCxnSpPr/>
            <p:nvPr/>
          </p:nvCxnSpPr>
          <p:spPr>
            <a:xfrm flipH="1" rot="10800000">
              <a:off x="2026977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" name="Google Shape;32;p3"/>
            <p:cNvCxnSpPr/>
            <p:nvPr/>
          </p:nvCxnSpPr>
          <p:spPr>
            <a:xfrm flipH="1" rot="10800000">
              <a:off x="2426182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3" name="Google Shape;33;p3"/>
          <p:cNvSpPr txBox="1"/>
          <p:nvPr>
            <p:ph type="title"/>
          </p:nvPr>
        </p:nvSpPr>
        <p:spPr>
          <a:xfrm>
            <a:off x="1787100" y="1320475"/>
            <a:ext cx="14713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0"/>
              <a:buFont typeface="Montserrat"/>
              <a:buNone/>
              <a:defRPr i="0" sz="90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/>
          <p:nvPr>
            <p:ph type="title"/>
          </p:nvPr>
        </p:nvSpPr>
        <p:spPr>
          <a:xfrm>
            <a:off x="1787100" y="1320475"/>
            <a:ext cx="14713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4849175" y="46843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37" name="Google Shape;37;p4"/>
          <p:cNvCxnSpPr/>
          <p:nvPr/>
        </p:nvCxnSpPr>
        <p:spPr>
          <a:xfrm>
            <a:off x="0" y="432642"/>
            <a:ext cx="7948800" cy="0"/>
          </a:xfrm>
          <a:prstGeom prst="straightConnector1">
            <a:avLst/>
          </a:prstGeom>
          <a:noFill/>
          <a:ln cap="flat" cmpd="sng" w="38100">
            <a:solidFill>
              <a:srgbClr val="FFBD4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8" name="Google Shape;38;p4"/>
          <p:cNvGrpSpPr/>
          <p:nvPr/>
        </p:nvGrpSpPr>
        <p:grpSpPr>
          <a:xfrm>
            <a:off x="896574" y="112738"/>
            <a:ext cx="1871799" cy="639836"/>
            <a:chOff x="-39" y="0"/>
            <a:chExt cx="2495732" cy="853115"/>
          </a:xfrm>
        </p:grpSpPr>
        <p:grpSp>
          <p:nvGrpSpPr>
            <p:cNvPr id="39" name="Google Shape;39;p4"/>
            <p:cNvGrpSpPr/>
            <p:nvPr/>
          </p:nvGrpSpPr>
          <p:grpSpPr>
            <a:xfrm rot="5400000">
              <a:off x="-39" y="0"/>
              <a:ext cx="853115" cy="853115"/>
              <a:chOff x="0" y="0"/>
              <a:chExt cx="812800" cy="812800"/>
            </a:xfrm>
          </p:grpSpPr>
          <p:sp>
            <p:nvSpPr>
              <p:cNvPr id="40" name="Google Shape;40;p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4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41;p4"/>
              <p:cNvSpPr txBox="1"/>
              <p:nvPr/>
            </p:nvSpPr>
            <p:spPr>
              <a:xfrm>
                <a:off x="76200" y="19050"/>
                <a:ext cx="660300" cy="71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" name="Google Shape;42;p4"/>
            <p:cNvGrpSpPr/>
            <p:nvPr/>
          </p:nvGrpSpPr>
          <p:grpSpPr>
            <a:xfrm rot="5400000">
              <a:off x="1105025" y="91998"/>
              <a:ext cx="669097" cy="669097"/>
              <a:chOff x="0" y="0"/>
              <a:chExt cx="812800" cy="812800"/>
            </a:xfrm>
          </p:grpSpPr>
          <p:sp>
            <p:nvSpPr>
              <p:cNvPr id="43" name="Google Shape;43;p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4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4"/>
              <p:cNvSpPr txBox="1"/>
              <p:nvPr/>
            </p:nvSpPr>
            <p:spPr>
              <a:xfrm>
                <a:off x="76200" y="19050"/>
                <a:ext cx="660300" cy="71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" name="Google Shape;45;p4"/>
            <p:cNvGrpSpPr/>
            <p:nvPr/>
          </p:nvGrpSpPr>
          <p:grpSpPr>
            <a:xfrm rot="5400000">
              <a:off x="2026057" y="191735"/>
              <a:ext cx="469636" cy="469636"/>
              <a:chOff x="0" y="0"/>
              <a:chExt cx="812800" cy="812800"/>
            </a:xfrm>
          </p:grpSpPr>
          <p:sp>
            <p:nvSpPr>
              <p:cNvPr id="46" name="Google Shape;46;p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4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4"/>
              <p:cNvSpPr txBox="1"/>
              <p:nvPr/>
            </p:nvSpPr>
            <p:spPr>
              <a:xfrm>
                <a:off x="76200" y="19050"/>
                <a:ext cx="660300" cy="71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8" name="Google Shape;48;p4"/>
          <p:cNvGrpSpPr/>
          <p:nvPr/>
        </p:nvGrpSpPr>
        <p:grpSpPr>
          <a:xfrm rot="5400000">
            <a:off x="7796331" y="256540"/>
            <a:ext cx="352186" cy="352186"/>
            <a:chOff x="0" y="0"/>
            <a:chExt cx="812800" cy="812800"/>
          </a:xfrm>
        </p:grpSpPr>
        <p:sp>
          <p:nvSpPr>
            <p:cNvPr id="49" name="Google Shape;49;p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4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" name="Google Shape;51;p4"/>
          <p:cNvGrpSpPr/>
          <p:nvPr/>
        </p:nvGrpSpPr>
        <p:grpSpPr>
          <a:xfrm>
            <a:off x="15618305" y="1655"/>
            <a:ext cx="2137519" cy="475425"/>
            <a:chOff x="30956" y="22078"/>
            <a:chExt cx="2850026" cy="633900"/>
          </a:xfrm>
        </p:grpSpPr>
        <p:cxnSp>
          <p:nvCxnSpPr>
            <p:cNvPr id="52" name="Google Shape;52;p4"/>
            <p:cNvCxnSpPr/>
            <p:nvPr/>
          </p:nvCxnSpPr>
          <p:spPr>
            <a:xfrm flipH="1" rot="10800000">
              <a:off x="30956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" name="Google Shape;53;p4"/>
            <p:cNvCxnSpPr/>
            <p:nvPr/>
          </p:nvCxnSpPr>
          <p:spPr>
            <a:xfrm flipH="1" rot="10800000">
              <a:off x="430160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" name="Google Shape;54;p4"/>
            <p:cNvCxnSpPr/>
            <p:nvPr/>
          </p:nvCxnSpPr>
          <p:spPr>
            <a:xfrm flipH="1" rot="10800000">
              <a:off x="829364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" name="Google Shape;55;p4"/>
            <p:cNvCxnSpPr/>
            <p:nvPr/>
          </p:nvCxnSpPr>
          <p:spPr>
            <a:xfrm flipH="1" rot="10800000">
              <a:off x="1228569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" name="Google Shape;56;p4"/>
            <p:cNvCxnSpPr/>
            <p:nvPr/>
          </p:nvCxnSpPr>
          <p:spPr>
            <a:xfrm flipH="1" rot="10800000">
              <a:off x="1627773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" name="Google Shape;57;p4"/>
            <p:cNvCxnSpPr/>
            <p:nvPr/>
          </p:nvCxnSpPr>
          <p:spPr>
            <a:xfrm flipH="1" rot="10800000">
              <a:off x="2026977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" name="Google Shape;58;p4"/>
            <p:cNvCxnSpPr/>
            <p:nvPr/>
          </p:nvCxnSpPr>
          <p:spPr>
            <a:xfrm flipH="1" rot="10800000">
              <a:off x="2426182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9" name="Google Shape;59;p4"/>
          <p:cNvGrpSpPr/>
          <p:nvPr/>
        </p:nvGrpSpPr>
        <p:grpSpPr>
          <a:xfrm rot="5400000">
            <a:off x="-814388" y="7426213"/>
            <a:ext cx="2137520" cy="475425"/>
            <a:chOff x="30956" y="22078"/>
            <a:chExt cx="2850026" cy="633900"/>
          </a:xfrm>
        </p:grpSpPr>
        <p:cxnSp>
          <p:nvCxnSpPr>
            <p:cNvPr id="60" name="Google Shape;60;p4"/>
            <p:cNvCxnSpPr/>
            <p:nvPr/>
          </p:nvCxnSpPr>
          <p:spPr>
            <a:xfrm flipH="1" rot="10800000">
              <a:off x="30956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" name="Google Shape;61;p4"/>
            <p:cNvCxnSpPr/>
            <p:nvPr/>
          </p:nvCxnSpPr>
          <p:spPr>
            <a:xfrm flipH="1" rot="10800000">
              <a:off x="430160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" name="Google Shape;62;p4"/>
            <p:cNvCxnSpPr/>
            <p:nvPr/>
          </p:nvCxnSpPr>
          <p:spPr>
            <a:xfrm flipH="1" rot="10800000">
              <a:off x="829364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" name="Google Shape;63;p4"/>
            <p:cNvCxnSpPr/>
            <p:nvPr/>
          </p:nvCxnSpPr>
          <p:spPr>
            <a:xfrm flipH="1" rot="10800000">
              <a:off x="1228569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4" name="Google Shape;64;p4"/>
            <p:cNvCxnSpPr/>
            <p:nvPr/>
          </p:nvCxnSpPr>
          <p:spPr>
            <a:xfrm flipH="1" rot="10800000">
              <a:off x="1627773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5" name="Google Shape;65;p4"/>
            <p:cNvCxnSpPr/>
            <p:nvPr/>
          </p:nvCxnSpPr>
          <p:spPr>
            <a:xfrm flipH="1" rot="10800000">
              <a:off x="2026977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" name="Google Shape;66;p4"/>
            <p:cNvCxnSpPr/>
            <p:nvPr/>
          </p:nvCxnSpPr>
          <p:spPr>
            <a:xfrm flipH="1" rot="10800000">
              <a:off x="2426182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"/>
          <p:cNvSpPr txBox="1"/>
          <p:nvPr>
            <p:ph idx="1" type="body"/>
          </p:nvPr>
        </p:nvSpPr>
        <p:spPr>
          <a:xfrm>
            <a:off x="5036213" y="6846688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69" name="Google Shape;69;p5"/>
          <p:cNvSpPr txBox="1"/>
          <p:nvPr>
            <p:ph type="title"/>
          </p:nvPr>
        </p:nvSpPr>
        <p:spPr>
          <a:xfrm>
            <a:off x="1787100" y="1320475"/>
            <a:ext cx="14713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0"/>
              <a:buFont typeface="Montserrat"/>
              <a:buNone/>
              <a:defRPr i="0" sz="90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id="70" name="Google Shape;70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5328799" y="6229971"/>
            <a:ext cx="998450" cy="96481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1" name="Google Shape;71;p5"/>
          <p:cNvCxnSpPr/>
          <p:nvPr/>
        </p:nvCxnSpPr>
        <p:spPr>
          <a:xfrm rot="10800000">
            <a:off x="708796" y="5308800"/>
            <a:ext cx="0" cy="4978200"/>
          </a:xfrm>
          <a:prstGeom prst="straightConnector1">
            <a:avLst/>
          </a:prstGeom>
          <a:noFill/>
          <a:ln cap="flat" cmpd="sng" w="38100">
            <a:solidFill>
              <a:srgbClr val="FFBD4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2" name="Google Shape;72;p5"/>
          <p:cNvGrpSpPr/>
          <p:nvPr/>
        </p:nvGrpSpPr>
        <p:grpSpPr>
          <a:xfrm>
            <a:off x="388893" y="9258300"/>
            <a:ext cx="639836" cy="639836"/>
            <a:chOff x="0" y="0"/>
            <a:chExt cx="812800" cy="812800"/>
          </a:xfrm>
        </p:grpSpPr>
        <p:sp>
          <p:nvSpPr>
            <p:cNvPr id="73" name="Google Shape;73;p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5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5" name="Google Shape;75;p5"/>
          <p:cNvGrpSpPr/>
          <p:nvPr/>
        </p:nvGrpSpPr>
        <p:grpSpPr>
          <a:xfrm>
            <a:off x="457891" y="8567516"/>
            <a:ext cx="501823" cy="501823"/>
            <a:chOff x="0" y="0"/>
            <a:chExt cx="812800" cy="812800"/>
          </a:xfrm>
        </p:grpSpPr>
        <p:sp>
          <p:nvSpPr>
            <p:cNvPr id="76" name="Google Shape;76;p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5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8" name="Google Shape;78;p5"/>
          <p:cNvGrpSpPr/>
          <p:nvPr/>
        </p:nvGrpSpPr>
        <p:grpSpPr>
          <a:xfrm>
            <a:off x="532694" y="8026338"/>
            <a:ext cx="352186" cy="352186"/>
            <a:chOff x="0" y="0"/>
            <a:chExt cx="812800" cy="812800"/>
          </a:xfrm>
        </p:grpSpPr>
        <p:sp>
          <p:nvSpPr>
            <p:cNvPr id="79" name="Google Shape;79;p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5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1" name="Google Shape;81;p5"/>
          <p:cNvGrpSpPr/>
          <p:nvPr/>
        </p:nvGrpSpPr>
        <p:grpSpPr>
          <a:xfrm>
            <a:off x="532694" y="4967398"/>
            <a:ext cx="352186" cy="352186"/>
            <a:chOff x="0" y="0"/>
            <a:chExt cx="812800" cy="812800"/>
          </a:xfrm>
        </p:grpSpPr>
        <p:sp>
          <p:nvSpPr>
            <p:cNvPr id="82" name="Google Shape;82;p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5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4" name="Google Shape;84;p5"/>
          <p:cNvGrpSpPr/>
          <p:nvPr/>
        </p:nvGrpSpPr>
        <p:grpSpPr>
          <a:xfrm>
            <a:off x="13473339" y="9749080"/>
            <a:ext cx="2137519" cy="475425"/>
            <a:chOff x="30956" y="22078"/>
            <a:chExt cx="2850026" cy="633900"/>
          </a:xfrm>
        </p:grpSpPr>
        <p:cxnSp>
          <p:nvCxnSpPr>
            <p:cNvPr id="85" name="Google Shape;85;p5"/>
            <p:cNvCxnSpPr/>
            <p:nvPr/>
          </p:nvCxnSpPr>
          <p:spPr>
            <a:xfrm flipH="1" rot="10800000">
              <a:off x="30956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" name="Google Shape;86;p5"/>
            <p:cNvCxnSpPr/>
            <p:nvPr/>
          </p:nvCxnSpPr>
          <p:spPr>
            <a:xfrm flipH="1" rot="10800000">
              <a:off x="430160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7" name="Google Shape;87;p5"/>
            <p:cNvCxnSpPr/>
            <p:nvPr/>
          </p:nvCxnSpPr>
          <p:spPr>
            <a:xfrm flipH="1" rot="10800000">
              <a:off x="829364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8" name="Google Shape;88;p5"/>
            <p:cNvCxnSpPr/>
            <p:nvPr/>
          </p:nvCxnSpPr>
          <p:spPr>
            <a:xfrm flipH="1" rot="10800000">
              <a:off x="1228569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" name="Google Shape;89;p5"/>
            <p:cNvCxnSpPr/>
            <p:nvPr/>
          </p:nvCxnSpPr>
          <p:spPr>
            <a:xfrm flipH="1" rot="10800000">
              <a:off x="1627773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0" name="Google Shape;90;p5"/>
            <p:cNvCxnSpPr/>
            <p:nvPr/>
          </p:nvCxnSpPr>
          <p:spPr>
            <a:xfrm flipH="1" rot="10800000">
              <a:off x="2026977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1" name="Google Shape;91;p5"/>
            <p:cNvCxnSpPr/>
            <p:nvPr/>
          </p:nvCxnSpPr>
          <p:spPr>
            <a:xfrm flipH="1" rot="10800000">
              <a:off x="2426182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92" name="Google Shape;92;p5"/>
          <p:cNvGrpSpPr/>
          <p:nvPr/>
        </p:nvGrpSpPr>
        <p:grpSpPr>
          <a:xfrm>
            <a:off x="15590579" y="9749080"/>
            <a:ext cx="2137519" cy="475425"/>
            <a:chOff x="30956" y="22078"/>
            <a:chExt cx="2850026" cy="633900"/>
          </a:xfrm>
        </p:grpSpPr>
        <p:cxnSp>
          <p:nvCxnSpPr>
            <p:cNvPr id="93" name="Google Shape;93;p5"/>
            <p:cNvCxnSpPr/>
            <p:nvPr/>
          </p:nvCxnSpPr>
          <p:spPr>
            <a:xfrm flipH="1" rot="10800000">
              <a:off x="30956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4" name="Google Shape;94;p5"/>
            <p:cNvCxnSpPr/>
            <p:nvPr/>
          </p:nvCxnSpPr>
          <p:spPr>
            <a:xfrm flipH="1" rot="10800000">
              <a:off x="430160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" name="Google Shape;95;p5"/>
            <p:cNvCxnSpPr/>
            <p:nvPr/>
          </p:nvCxnSpPr>
          <p:spPr>
            <a:xfrm flipH="1" rot="10800000">
              <a:off x="829364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" name="Google Shape;96;p5"/>
            <p:cNvCxnSpPr/>
            <p:nvPr/>
          </p:nvCxnSpPr>
          <p:spPr>
            <a:xfrm flipH="1" rot="10800000">
              <a:off x="1228569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" name="Google Shape;97;p5"/>
            <p:cNvCxnSpPr/>
            <p:nvPr/>
          </p:nvCxnSpPr>
          <p:spPr>
            <a:xfrm flipH="1" rot="10800000">
              <a:off x="1627773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8" name="Google Shape;98;p5"/>
            <p:cNvCxnSpPr/>
            <p:nvPr/>
          </p:nvCxnSpPr>
          <p:spPr>
            <a:xfrm flipH="1" rot="10800000">
              <a:off x="2026977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9" name="Google Shape;99;p5"/>
            <p:cNvCxnSpPr/>
            <p:nvPr/>
          </p:nvCxnSpPr>
          <p:spPr>
            <a:xfrm flipH="1" rot="10800000">
              <a:off x="2426182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"/>
          <p:cNvSpPr txBox="1"/>
          <p:nvPr>
            <p:ph type="title"/>
          </p:nvPr>
        </p:nvSpPr>
        <p:spPr>
          <a:xfrm>
            <a:off x="1787100" y="1320475"/>
            <a:ext cx="14713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6"/>
          <p:cNvSpPr txBox="1"/>
          <p:nvPr>
            <p:ph idx="1" type="body"/>
          </p:nvPr>
        </p:nvSpPr>
        <p:spPr>
          <a:xfrm>
            <a:off x="3287925" y="4703850"/>
            <a:ext cx="57477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indent="-3810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810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indent="-3810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indent="-3810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indent="-3810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indent="-3810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indent="-3810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/>
        </p:txBody>
      </p:sp>
      <p:sp>
        <p:nvSpPr>
          <p:cNvPr id="103" name="Google Shape;103;p6"/>
          <p:cNvSpPr txBox="1"/>
          <p:nvPr>
            <p:ph idx="2" type="body"/>
          </p:nvPr>
        </p:nvSpPr>
        <p:spPr>
          <a:xfrm>
            <a:off x="9252368" y="4703850"/>
            <a:ext cx="57477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indent="-3810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810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indent="-3810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indent="-3810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indent="-3810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indent="-3810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indent="-3810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/>
        </p:txBody>
      </p:sp>
      <p:pic>
        <p:nvPicPr>
          <p:cNvPr id="104" name="Google Shape;104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5675949" y="2808650"/>
            <a:ext cx="1084775" cy="105413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5" name="Google Shape;105;p6"/>
          <p:cNvCxnSpPr/>
          <p:nvPr/>
        </p:nvCxnSpPr>
        <p:spPr>
          <a:xfrm rot="10800000">
            <a:off x="17579204" y="2400271"/>
            <a:ext cx="0" cy="8072400"/>
          </a:xfrm>
          <a:prstGeom prst="straightConnector1">
            <a:avLst/>
          </a:prstGeom>
          <a:noFill/>
          <a:ln cap="flat" cmpd="sng" w="38100">
            <a:solidFill>
              <a:srgbClr val="FFBD4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6" name="Google Shape;106;p6"/>
          <p:cNvGrpSpPr/>
          <p:nvPr/>
        </p:nvGrpSpPr>
        <p:grpSpPr>
          <a:xfrm>
            <a:off x="17328298" y="8753186"/>
            <a:ext cx="501823" cy="501823"/>
            <a:chOff x="0" y="0"/>
            <a:chExt cx="812800" cy="812800"/>
          </a:xfrm>
        </p:grpSpPr>
        <p:sp>
          <p:nvSpPr>
            <p:cNvPr id="107" name="Google Shape;107;p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6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6"/>
          <p:cNvGrpSpPr/>
          <p:nvPr/>
        </p:nvGrpSpPr>
        <p:grpSpPr>
          <a:xfrm>
            <a:off x="17403101" y="8212008"/>
            <a:ext cx="352186" cy="352186"/>
            <a:chOff x="0" y="0"/>
            <a:chExt cx="812800" cy="812800"/>
          </a:xfrm>
        </p:grpSpPr>
        <p:sp>
          <p:nvSpPr>
            <p:cNvPr id="110" name="Google Shape;110;p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6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" name="Google Shape;112;p6"/>
          <p:cNvGrpSpPr/>
          <p:nvPr/>
        </p:nvGrpSpPr>
        <p:grpSpPr>
          <a:xfrm>
            <a:off x="17403101" y="2048096"/>
            <a:ext cx="352186" cy="352186"/>
            <a:chOff x="0" y="0"/>
            <a:chExt cx="812800" cy="812800"/>
          </a:xfrm>
        </p:grpSpPr>
        <p:sp>
          <p:nvSpPr>
            <p:cNvPr id="113" name="Google Shape;113;p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6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5" name="Google Shape;115;p6"/>
          <p:cNvGrpSpPr/>
          <p:nvPr/>
        </p:nvGrpSpPr>
        <p:grpSpPr>
          <a:xfrm rot="5400000">
            <a:off x="-814388" y="2570955"/>
            <a:ext cx="2137520" cy="475425"/>
            <a:chOff x="30956" y="22078"/>
            <a:chExt cx="2850026" cy="633900"/>
          </a:xfrm>
        </p:grpSpPr>
        <p:cxnSp>
          <p:nvCxnSpPr>
            <p:cNvPr id="116" name="Google Shape;116;p6"/>
            <p:cNvCxnSpPr/>
            <p:nvPr/>
          </p:nvCxnSpPr>
          <p:spPr>
            <a:xfrm flipH="1" rot="10800000">
              <a:off x="30956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" name="Google Shape;117;p6"/>
            <p:cNvCxnSpPr/>
            <p:nvPr/>
          </p:nvCxnSpPr>
          <p:spPr>
            <a:xfrm flipH="1" rot="10800000">
              <a:off x="430160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8" name="Google Shape;118;p6"/>
            <p:cNvCxnSpPr/>
            <p:nvPr/>
          </p:nvCxnSpPr>
          <p:spPr>
            <a:xfrm flipH="1" rot="10800000">
              <a:off x="829364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9" name="Google Shape;119;p6"/>
            <p:cNvCxnSpPr/>
            <p:nvPr/>
          </p:nvCxnSpPr>
          <p:spPr>
            <a:xfrm flipH="1" rot="10800000">
              <a:off x="1228569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0" name="Google Shape;120;p6"/>
            <p:cNvCxnSpPr/>
            <p:nvPr/>
          </p:nvCxnSpPr>
          <p:spPr>
            <a:xfrm flipH="1" rot="10800000">
              <a:off x="1627773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1" name="Google Shape;121;p6"/>
            <p:cNvCxnSpPr/>
            <p:nvPr/>
          </p:nvCxnSpPr>
          <p:spPr>
            <a:xfrm flipH="1" rot="10800000">
              <a:off x="2026977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2" name="Google Shape;122;p6"/>
            <p:cNvCxnSpPr/>
            <p:nvPr/>
          </p:nvCxnSpPr>
          <p:spPr>
            <a:xfrm flipH="1" rot="10800000">
              <a:off x="2426182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 txBox="1"/>
          <p:nvPr>
            <p:ph type="title"/>
          </p:nvPr>
        </p:nvSpPr>
        <p:spPr>
          <a:xfrm>
            <a:off x="1787100" y="1320475"/>
            <a:ext cx="14713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7"/>
          <p:cNvSpPr txBox="1"/>
          <p:nvPr>
            <p:ph idx="1" type="body"/>
          </p:nvPr>
        </p:nvSpPr>
        <p:spPr>
          <a:xfrm>
            <a:off x="2736702" y="4829575"/>
            <a:ext cx="61518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indent="-3810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indent="-3810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810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indent="-3810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indent="-3810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indent="-3810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indent="-3810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indent="-3810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/>
        </p:txBody>
      </p:sp>
      <p:sp>
        <p:nvSpPr>
          <p:cNvPr id="126" name="Google Shape;126;p7"/>
          <p:cNvSpPr txBox="1"/>
          <p:nvPr>
            <p:ph idx="2" type="body"/>
          </p:nvPr>
        </p:nvSpPr>
        <p:spPr>
          <a:xfrm>
            <a:off x="9113693" y="4829575"/>
            <a:ext cx="61548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indent="-3810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indent="-3810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810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indent="-3810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indent="-3810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indent="-3810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indent="-3810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indent="-3810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/>
        </p:txBody>
      </p:sp>
      <p:pic>
        <p:nvPicPr>
          <p:cNvPr id="127" name="Google Shape;12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966525" y="8392049"/>
            <a:ext cx="2182800" cy="1274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1050" y="446410"/>
            <a:ext cx="387650" cy="19321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9" name="Google Shape;129;p7"/>
          <p:cNvGrpSpPr/>
          <p:nvPr/>
        </p:nvGrpSpPr>
        <p:grpSpPr>
          <a:xfrm>
            <a:off x="14966537" y="204792"/>
            <a:ext cx="2137519" cy="475425"/>
            <a:chOff x="30956" y="22078"/>
            <a:chExt cx="2850026" cy="633900"/>
          </a:xfrm>
        </p:grpSpPr>
        <p:cxnSp>
          <p:nvCxnSpPr>
            <p:cNvPr id="130" name="Google Shape;130;p7"/>
            <p:cNvCxnSpPr/>
            <p:nvPr/>
          </p:nvCxnSpPr>
          <p:spPr>
            <a:xfrm flipH="1" rot="10800000">
              <a:off x="30956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" name="Google Shape;131;p7"/>
            <p:cNvCxnSpPr/>
            <p:nvPr/>
          </p:nvCxnSpPr>
          <p:spPr>
            <a:xfrm flipH="1" rot="10800000">
              <a:off x="430160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" name="Google Shape;132;p7"/>
            <p:cNvCxnSpPr/>
            <p:nvPr/>
          </p:nvCxnSpPr>
          <p:spPr>
            <a:xfrm flipH="1" rot="10800000">
              <a:off x="829364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" name="Google Shape;133;p7"/>
            <p:cNvCxnSpPr/>
            <p:nvPr/>
          </p:nvCxnSpPr>
          <p:spPr>
            <a:xfrm flipH="1" rot="10800000">
              <a:off x="1228569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4" name="Google Shape;134;p7"/>
            <p:cNvCxnSpPr/>
            <p:nvPr/>
          </p:nvCxnSpPr>
          <p:spPr>
            <a:xfrm flipH="1" rot="10800000">
              <a:off x="1627773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5" name="Google Shape;135;p7"/>
            <p:cNvCxnSpPr/>
            <p:nvPr/>
          </p:nvCxnSpPr>
          <p:spPr>
            <a:xfrm flipH="1" rot="10800000">
              <a:off x="2026977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6" name="Google Shape;136;p7"/>
            <p:cNvCxnSpPr/>
            <p:nvPr/>
          </p:nvCxnSpPr>
          <p:spPr>
            <a:xfrm flipH="1" rot="10800000">
              <a:off x="2426182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37" name="Google Shape;137;p7"/>
          <p:cNvGrpSpPr/>
          <p:nvPr/>
        </p:nvGrpSpPr>
        <p:grpSpPr>
          <a:xfrm>
            <a:off x="17083777" y="204792"/>
            <a:ext cx="2137519" cy="475425"/>
            <a:chOff x="30956" y="22078"/>
            <a:chExt cx="2850026" cy="633900"/>
          </a:xfrm>
        </p:grpSpPr>
        <p:cxnSp>
          <p:nvCxnSpPr>
            <p:cNvPr id="138" name="Google Shape;138;p7"/>
            <p:cNvCxnSpPr/>
            <p:nvPr/>
          </p:nvCxnSpPr>
          <p:spPr>
            <a:xfrm flipH="1" rot="10800000">
              <a:off x="30956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9" name="Google Shape;139;p7"/>
            <p:cNvCxnSpPr/>
            <p:nvPr/>
          </p:nvCxnSpPr>
          <p:spPr>
            <a:xfrm flipH="1" rot="10800000">
              <a:off x="430160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0" name="Google Shape;140;p7"/>
            <p:cNvCxnSpPr/>
            <p:nvPr/>
          </p:nvCxnSpPr>
          <p:spPr>
            <a:xfrm flipH="1" rot="10800000">
              <a:off x="829364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1" name="Google Shape;141;p7"/>
            <p:cNvCxnSpPr/>
            <p:nvPr/>
          </p:nvCxnSpPr>
          <p:spPr>
            <a:xfrm flipH="1" rot="10800000">
              <a:off x="1228569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2" name="Google Shape;142;p7"/>
            <p:cNvCxnSpPr/>
            <p:nvPr/>
          </p:nvCxnSpPr>
          <p:spPr>
            <a:xfrm flipH="1" rot="10800000">
              <a:off x="1627773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3" name="Google Shape;143;p7"/>
            <p:cNvCxnSpPr/>
            <p:nvPr/>
          </p:nvCxnSpPr>
          <p:spPr>
            <a:xfrm flipH="1" rot="10800000">
              <a:off x="2026977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4" name="Google Shape;144;p7"/>
            <p:cNvCxnSpPr/>
            <p:nvPr/>
          </p:nvCxnSpPr>
          <p:spPr>
            <a:xfrm flipH="1" rot="10800000">
              <a:off x="2426182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 txBox="1"/>
          <p:nvPr>
            <p:ph type="title"/>
          </p:nvPr>
        </p:nvSpPr>
        <p:spPr>
          <a:xfrm>
            <a:off x="1787100" y="1320475"/>
            <a:ext cx="14713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47" name="Google Shape;147;p8"/>
          <p:cNvCxnSpPr/>
          <p:nvPr/>
        </p:nvCxnSpPr>
        <p:spPr>
          <a:xfrm rot="10800000">
            <a:off x="17259300" y="727500"/>
            <a:ext cx="0" cy="9559500"/>
          </a:xfrm>
          <a:prstGeom prst="straightConnector1">
            <a:avLst/>
          </a:prstGeom>
          <a:noFill/>
          <a:ln cap="flat" cmpd="sng" w="38100">
            <a:solidFill>
              <a:srgbClr val="FFBD4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8" name="Google Shape;148;p8"/>
          <p:cNvGrpSpPr/>
          <p:nvPr/>
        </p:nvGrpSpPr>
        <p:grpSpPr>
          <a:xfrm>
            <a:off x="16939396" y="9258300"/>
            <a:ext cx="639836" cy="639836"/>
            <a:chOff x="0" y="0"/>
            <a:chExt cx="812800" cy="812800"/>
          </a:xfrm>
        </p:grpSpPr>
        <p:sp>
          <p:nvSpPr>
            <p:cNvPr id="149" name="Google Shape;149;p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8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" name="Google Shape;151;p8"/>
          <p:cNvGrpSpPr/>
          <p:nvPr/>
        </p:nvGrpSpPr>
        <p:grpSpPr>
          <a:xfrm>
            <a:off x="17008395" y="8567516"/>
            <a:ext cx="501823" cy="501823"/>
            <a:chOff x="0" y="0"/>
            <a:chExt cx="812800" cy="812800"/>
          </a:xfrm>
        </p:grpSpPr>
        <p:sp>
          <p:nvSpPr>
            <p:cNvPr id="152" name="Google Shape;152;p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8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" name="Google Shape;154;p8"/>
          <p:cNvGrpSpPr/>
          <p:nvPr/>
        </p:nvGrpSpPr>
        <p:grpSpPr>
          <a:xfrm>
            <a:off x="17083198" y="8026338"/>
            <a:ext cx="352186" cy="352186"/>
            <a:chOff x="0" y="0"/>
            <a:chExt cx="812800" cy="812800"/>
          </a:xfrm>
        </p:grpSpPr>
        <p:sp>
          <p:nvSpPr>
            <p:cNvPr id="155" name="Google Shape;155;p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8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7" name="Google Shape;157;p8"/>
          <p:cNvGrpSpPr/>
          <p:nvPr/>
        </p:nvGrpSpPr>
        <p:grpSpPr>
          <a:xfrm>
            <a:off x="17083198" y="551385"/>
            <a:ext cx="352186" cy="352186"/>
            <a:chOff x="0" y="0"/>
            <a:chExt cx="812800" cy="812800"/>
          </a:xfrm>
        </p:grpSpPr>
        <p:sp>
          <p:nvSpPr>
            <p:cNvPr id="158" name="Google Shape;158;p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8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0" name="Google Shape;160;p8"/>
          <p:cNvGrpSpPr/>
          <p:nvPr/>
        </p:nvGrpSpPr>
        <p:grpSpPr>
          <a:xfrm>
            <a:off x="1051917" y="9744609"/>
            <a:ext cx="2137520" cy="475425"/>
            <a:chOff x="30956" y="22078"/>
            <a:chExt cx="2850026" cy="633900"/>
          </a:xfrm>
        </p:grpSpPr>
        <p:cxnSp>
          <p:nvCxnSpPr>
            <p:cNvPr id="161" name="Google Shape;161;p8"/>
            <p:cNvCxnSpPr/>
            <p:nvPr/>
          </p:nvCxnSpPr>
          <p:spPr>
            <a:xfrm flipH="1" rot="10800000">
              <a:off x="30956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2" name="Google Shape;162;p8"/>
            <p:cNvCxnSpPr/>
            <p:nvPr/>
          </p:nvCxnSpPr>
          <p:spPr>
            <a:xfrm flipH="1" rot="10800000">
              <a:off x="430160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3" name="Google Shape;163;p8"/>
            <p:cNvCxnSpPr/>
            <p:nvPr/>
          </p:nvCxnSpPr>
          <p:spPr>
            <a:xfrm flipH="1" rot="10800000">
              <a:off x="829364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4" name="Google Shape;164;p8"/>
            <p:cNvCxnSpPr/>
            <p:nvPr/>
          </p:nvCxnSpPr>
          <p:spPr>
            <a:xfrm flipH="1" rot="10800000">
              <a:off x="1228569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5" name="Google Shape;165;p8"/>
            <p:cNvCxnSpPr/>
            <p:nvPr/>
          </p:nvCxnSpPr>
          <p:spPr>
            <a:xfrm flipH="1" rot="10800000">
              <a:off x="1627773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6" name="Google Shape;166;p8"/>
            <p:cNvCxnSpPr/>
            <p:nvPr/>
          </p:nvCxnSpPr>
          <p:spPr>
            <a:xfrm flipH="1" rot="10800000">
              <a:off x="2026977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7" name="Google Shape;167;p8"/>
            <p:cNvCxnSpPr/>
            <p:nvPr/>
          </p:nvCxnSpPr>
          <p:spPr>
            <a:xfrm flipH="1" rot="10800000">
              <a:off x="2426182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168" name="Google Shape;168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8475" y="4572470"/>
            <a:ext cx="765300" cy="741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"/>
          <p:cNvSpPr txBox="1"/>
          <p:nvPr>
            <p:ph idx="1" type="body"/>
          </p:nvPr>
        </p:nvSpPr>
        <p:spPr>
          <a:xfrm>
            <a:off x="9298225" y="4762625"/>
            <a:ext cx="5487000" cy="44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indent="-3810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810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indent="-3810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indent="-3810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indent="-3810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indent="-3810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indent="-3810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/>
        </p:txBody>
      </p:sp>
      <p:sp>
        <p:nvSpPr>
          <p:cNvPr id="171" name="Google Shape;171;p9"/>
          <p:cNvSpPr txBox="1"/>
          <p:nvPr>
            <p:ph idx="2" type="body"/>
          </p:nvPr>
        </p:nvSpPr>
        <p:spPr>
          <a:xfrm>
            <a:off x="3502775" y="4870600"/>
            <a:ext cx="55998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/>
        </p:txBody>
      </p:sp>
      <p:sp>
        <p:nvSpPr>
          <p:cNvPr id="172" name="Google Shape;172;p9"/>
          <p:cNvSpPr txBox="1"/>
          <p:nvPr>
            <p:ph type="title"/>
          </p:nvPr>
        </p:nvSpPr>
        <p:spPr>
          <a:xfrm>
            <a:off x="1787100" y="1320475"/>
            <a:ext cx="14713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0"/>
              <a:buFont typeface="Montserrat"/>
              <a:buNone/>
              <a:defRPr i="0" sz="90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id="173" name="Google Shape;173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7193897" y="7776771"/>
            <a:ext cx="849975" cy="825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4025" y="3135975"/>
            <a:ext cx="1551975" cy="19171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5" name="Google Shape;175;p9"/>
          <p:cNvGrpSpPr/>
          <p:nvPr/>
        </p:nvGrpSpPr>
        <p:grpSpPr>
          <a:xfrm>
            <a:off x="2765041" y="9794917"/>
            <a:ext cx="2137519" cy="475425"/>
            <a:chOff x="30956" y="22078"/>
            <a:chExt cx="2850026" cy="633900"/>
          </a:xfrm>
        </p:grpSpPr>
        <p:cxnSp>
          <p:nvCxnSpPr>
            <p:cNvPr id="176" name="Google Shape;176;p9"/>
            <p:cNvCxnSpPr/>
            <p:nvPr/>
          </p:nvCxnSpPr>
          <p:spPr>
            <a:xfrm flipH="1" rot="10800000">
              <a:off x="30956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7" name="Google Shape;177;p9"/>
            <p:cNvCxnSpPr/>
            <p:nvPr/>
          </p:nvCxnSpPr>
          <p:spPr>
            <a:xfrm flipH="1" rot="10800000">
              <a:off x="430160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8" name="Google Shape;178;p9"/>
            <p:cNvCxnSpPr/>
            <p:nvPr/>
          </p:nvCxnSpPr>
          <p:spPr>
            <a:xfrm flipH="1" rot="10800000">
              <a:off x="829364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9" name="Google Shape;179;p9"/>
            <p:cNvCxnSpPr/>
            <p:nvPr/>
          </p:nvCxnSpPr>
          <p:spPr>
            <a:xfrm flipH="1" rot="10800000">
              <a:off x="1228569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0" name="Google Shape;180;p9"/>
            <p:cNvCxnSpPr/>
            <p:nvPr/>
          </p:nvCxnSpPr>
          <p:spPr>
            <a:xfrm flipH="1" rot="10800000">
              <a:off x="1627773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1" name="Google Shape;181;p9"/>
            <p:cNvCxnSpPr/>
            <p:nvPr/>
          </p:nvCxnSpPr>
          <p:spPr>
            <a:xfrm flipH="1" rot="10800000">
              <a:off x="2026977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2" name="Google Shape;182;p9"/>
            <p:cNvCxnSpPr/>
            <p:nvPr/>
          </p:nvCxnSpPr>
          <p:spPr>
            <a:xfrm flipH="1" rot="10800000">
              <a:off x="2426182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83" name="Google Shape;183;p9"/>
          <p:cNvGrpSpPr/>
          <p:nvPr/>
        </p:nvGrpSpPr>
        <p:grpSpPr>
          <a:xfrm>
            <a:off x="4882281" y="9794917"/>
            <a:ext cx="2137520" cy="475425"/>
            <a:chOff x="30956" y="22078"/>
            <a:chExt cx="2850026" cy="633900"/>
          </a:xfrm>
        </p:grpSpPr>
        <p:cxnSp>
          <p:nvCxnSpPr>
            <p:cNvPr id="184" name="Google Shape;184;p9"/>
            <p:cNvCxnSpPr/>
            <p:nvPr/>
          </p:nvCxnSpPr>
          <p:spPr>
            <a:xfrm flipH="1" rot="10800000">
              <a:off x="30956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5" name="Google Shape;185;p9"/>
            <p:cNvCxnSpPr/>
            <p:nvPr/>
          </p:nvCxnSpPr>
          <p:spPr>
            <a:xfrm flipH="1" rot="10800000">
              <a:off x="430160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6" name="Google Shape;186;p9"/>
            <p:cNvCxnSpPr/>
            <p:nvPr/>
          </p:nvCxnSpPr>
          <p:spPr>
            <a:xfrm flipH="1" rot="10800000">
              <a:off x="829364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7" name="Google Shape;187;p9"/>
            <p:cNvCxnSpPr/>
            <p:nvPr/>
          </p:nvCxnSpPr>
          <p:spPr>
            <a:xfrm flipH="1" rot="10800000">
              <a:off x="1228569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8" name="Google Shape;188;p9"/>
            <p:cNvCxnSpPr/>
            <p:nvPr/>
          </p:nvCxnSpPr>
          <p:spPr>
            <a:xfrm flipH="1" rot="10800000">
              <a:off x="1627773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9" name="Google Shape;189;p9"/>
            <p:cNvCxnSpPr/>
            <p:nvPr/>
          </p:nvCxnSpPr>
          <p:spPr>
            <a:xfrm flipH="1" rot="10800000">
              <a:off x="2026977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0" name="Google Shape;190;p9"/>
            <p:cNvCxnSpPr/>
            <p:nvPr/>
          </p:nvCxnSpPr>
          <p:spPr>
            <a:xfrm flipH="1" rot="10800000">
              <a:off x="2426182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"/>
          <p:cNvSpPr/>
          <p:nvPr>
            <p:ph idx="2" type="pic"/>
          </p:nvPr>
        </p:nvSpPr>
        <p:spPr>
          <a:xfrm>
            <a:off x="11032673" y="5005500"/>
            <a:ext cx="4678500" cy="3509100"/>
          </a:xfrm>
          <a:prstGeom prst="rect">
            <a:avLst/>
          </a:prstGeom>
          <a:noFill/>
          <a:ln>
            <a:noFill/>
          </a:ln>
        </p:spPr>
      </p:sp>
      <p:sp>
        <p:nvSpPr>
          <p:cNvPr id="193" name="Google Shape;193;p10"/>
          <p:cNvSpPr txBox="1"/>
          <p:nvPr>
            <p:ph idx="1" type="body"/>
          </p:nvPr>
        </p:nvSpPr>
        <p:spPr>
          <a:xfrm>
            <a:off x="2436438" y="464508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/>
        </p:txBody>
      </p:sp>
      <p:sp>
        <p:nvSpPr>
          <p:cNvPr id="194" name="Google Shape;194;p10"/>
          <p:cNvSpPr txBox="1"/>
          <p:nvPr>
            <p:ph type="title"/>
          </p:nvPr>
        </p:nvSpPr>
        <p:spPr>
          <a:xfrm>
            <a:off x="1787100" y="1320475"/>
            <a:ext cx="14713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0"/>
              <a:buFont typeface="Montserrat"/>
              <a:buNone/>
              <a:defRPr i="0" sz="90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95" name="Google Shape;195;p10"/>
          <p:cNvGrpSpPr/>
          <p:nvPr/>
        </p:nvGrpSpPr>
        <p:grpSpPr>
          <a:xfrm>
            <a:off x="9265984" y="8920941"/>
            <a:ext cx="2137520" cy="475425"/>
            <a:chOff x="30956" y="22078"/>
            <a:chExt cx="2850026" cy="633900"/>
          </a:xfrm>
        </p:grpSpPr>
        <p:cxnSp>
          <p:nvCxnSpPr>
            <p:cNvPr id="196" name="Google Shape;196;p10"/>
            <p:cNvCxnSpPr/>
            <p:nvPr/>
          </p:nvCxnSpPr>
          <p:spPr>
            <a:xfrm flipH="1" rot="10800000">
              <a:off x="30956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7" name="Google Shape;197;p10"/>
            <p:cNvCxnSpPr/>
            <p:nvPr/>
          </p:nvCxnSpPr>
          <p:spPr>
            <a:xfrm flipH="1" rot="10800000">
              <a:off x="430160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8" name="Google Shape;198;p10"/>
            <p:cNvCxnSpPr/>
            <p:nvPr/>
          </p:nvCxnSpPr>
          <p:spPr>
            <a:xfrm flipH="1" rot="10800000">
              <a:off x="829364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9" name="Google Shape;199;p10"/>
            <p:cNvCxnSpPr/>
            <p:nvPr/>
          </p:nvCxnSpPr>
          <p:spPr>
            <a:xfrm flipH="1" rot="10800000">
              <a:off x="1228569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0" name="Google Shape;200;p10"/>
            <p:cNvCxnSpPr/>
            <p:nvPr/>
          </p:nvCxnSpPr>
          <p:spPr>
            <a:xfrm flipH="1" rot="10800000">
              <a:off x="1627773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1" name="Google Shape;201;p10"/>
            <p:cNvCxnSpPr/>
            <p:nvPr/>
          </p:nvCxnSpPr>
          <p:spPr>
            <a:xfrm flipH="1" rot="10800000">
              <a:off x="2026977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2" name="Google Shape;202;p10"/>
            <p:cNvCxnSpPr/>
            <p:nvPr/>
          </p:nvCxnSpPr>
          <p:spPr>
            <a:xfrm flipH="1" rot="10800000">
              <a:off x="2426182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203" name="Google Shape;20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6381501" y="2267600"/>
            <a:ext cx="822075" cy="798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525" y="7990676"/>
            <a:ext cx="352175" cy="1766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787100" y="1320475"/>
            <a:ext cx="14713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0"/>
              <a:buFont typeface="Montserrat"/>
              <a:buNone/>
              <a:defRPr b="0" i="0" sz="90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849175" y="46843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Char char="•"/>
              <a:defRPr b="0" i="0" sz="2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Char char="–"/>
              <a:defRPr b="0" i="0" sz="2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Char char="•"/>
              <a:defRPr b="0" i="0" sz="2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Char char="–"/>
              <a:defRPr b="0" i="0" sz="2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Char char="»"/>
              <a:defRPr b="0" i="0" sz="2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Char char="•"/>
              <a:defRPr b="0" i="0" sz="2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Char char="•"/>
              <a:defRPr b="0" i="0" sz="2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Char char="•"/>
              <a:defRPr b="0" i="0" sz="2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Char char="•"/>
              <a:defRPr b="0" i="0" sz="2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Bulahov/Hakaton3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hyperlink" Target="https://cloud.ru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hyperlink" Target="https://cloud.ru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loud.ru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hyperlink" Target="https://cloud.ru/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18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Relationship Id="rId4" Type="http://schemas.openxmlformats.org/officeDocument/2006/relationships/image" Target="../media/image2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Relationship Id="rId4" Type="http://schemas.openxmlformats.org/officeDocument/2006/relationships/image" Target="../media/image19.jpg"/><Relationship Id="rId5" Type="http://schemas.openxmlformats.org/officeDocument/2006/relationships/image" Target="../media/image17.jpg"/><Relationship Id="rId6" Type="http://schemas.openxmlformats.org/officeDocument/2006/relationships/image" Target="../media/image25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21.jpg"/><Relationship Id="rId5" Type="http://schemas.openxmlformats.org/officeDocument/2006/relationships/image" Target="../media/image22.jpg"/><Relationship Id="rId6" Type="http://schemas.openxmlformats.org/officeDocument/2006/relationships/image" Target="../media/image20.jpg"/><Relationship Id="rId7" Type="http://schemas.openxmlformats.org/officeDocument/2006/relationships/image" Target="../media/image23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Relationship Id="rId4" Type="http://schemas.openxmlformats.org/officeDocument/2006/relationships/hyperlink" Target="https://github.com/Bulahov/Hakaton3" TargetMode="External"/><Relationship Id="rId5" Type="http://schemas.openxmlformats.org/officeDocument/2006/relationships/hyperlink" Target="https://github.com/Bulahov/Hakaton3/blob/main/README.md" TargetMode="External"/><Relationship Id="rId6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11" title="ЗаголовКоманда проекта НейроЭмоции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" y="0"/>
            <a:ext cx="1828799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2250" y="5749875"/>
            <a:ext cx="3187250" cy="4200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27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" name="Google Shape;215;p12"/>
          <p:cNvGrpSpPr/>
          <p:nvPr/>
        </p:nvGrpSpPr>
        <p:grpSpPr>
          <a:xfrm>
            <a:off x="15976928" y="708796"/>
            <a:ext cx="1871770" cy="639807"/>
            <a:chOff x="0" y="0"/>
            <a:chExt cx="2495693" cy="853076"/>
          </a:xfrm>
        </p:grpSpPr>
        <p:grpSp>
          <p:nvGrpSpPr>
            <p:cNvPr id="216" name="Google Shape;216;p12"/>
            <p:cNvGrpSpPr/>
            <p:nvPr/>
          </p:nvGrpSpPr>
          <p:grpSpPr>
            <a:xfrm rot="5400000">
              <a:off x="0" y="0"/>
              <a:ext cx="853076" cy="853076"/>
              <a:chOff x="0" y="0"/>
              <a:chExt cx="812800" cy="812800"/>
            </a:xfrm>
          </p:grpSpPr>
          <p:sp>
            <p:nvSpPr>
              <p:cNvPr id="217" name="Google Shape;217;p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4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12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9" name="Google Shape;219;p12"/>
            <p:cNvGrpSpPr/>
            <p:nvPr/>
          </p:nvGrpSpPr>
          <p:grpSpPr>
            <a:xfrm rot="5400000">
              <a:off x="1105041" y="91998"/>
              <a:ext cx="669081" cy="669081"/>
              <a:chOff x="0" y="0"/>
              <a:chExt cx="812800" cy="812800"/>
            </a:xfrm>
          </p:grpSpPr>
          <p:sp>
            <p:nvSpPr>
              <p:cNvPr id="220" name="Google Shape;220;p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4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12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2" name="Google Shape;222;p12"/>
            <p:cNvGrpSpPr/>
            <p:nvPr/>
          </p:nvGrpSpPr>
          <p:grpSpPr>
            <a:xfrm rot="5400000">
              <a:off x="2026087" y="191735"/>
              <a:ext cx="469606" cy="469606"/>
              <a:chOff x="0" y="0"/>
              <a:chExt cx="812800" cy="812800"/>
            </a:xfrm>
          </p:grpSpPr>
          <p:sp>
            <p:nvSpPr>
              <p:cNvPr id="223" name="Google Shape;223;p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4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12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25" name="Google Shape;225;p12"/>
          <p:cNvSpPr txBox="1"/>
          <p:nvPr/>
        </p:nvSpPr>
        <p:spPr>
          <a:xfrm>
            <a:off x="5113553" y="3851856"/>
            <a:ext cx="8670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99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6" name="Google Shape;226;p12"/>
          <p:cNvGrpSpPr/>
          <p:nvPr/>
        </p:nvGrpSpPr>
        <p:grpSpPr>
          <a:xfrm>
            <a:off x="15098602" y="9795017"/>
            <a:ext cx="2137482" cy="475324"/>
            <a:chOff x="30956" y="22212"/>
            <a:chExt cx="2849976" cy="633766"/>
          </a:xfrm>
        </p:grpSpPr>
        <p:cxnSp>
          <p:nvCxnSpPr>
            <p:cNvPr id="227" name="Google Shape;227;p12"/>
            <p:cNvCxnSpPr/>
            <p:nvPr/>
          </p:nvCxnSpPr>
          <p:spPr>
            <a:xfrm flipH="1" rot="10800000">
              <a:off x="30956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8" name="Google Shape;228;p12"/>
            <p:cNvCxnSpPr/>
            <p:nvPr/>
          </p:nvCxnSpPr>
          <p:spPr>
            <a:xfrm flipH="1" rot="10800000">
              <a:off x="430160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9" name="Google Shape;229;p12"/>
            <p:cNvCxnSpPr/>
            <p:nvPr/>
          </p:nvCxnSpPr>
          <p:spPr>
            <a:xfrm flipH="1" rot="10800000">
              <a:off x="829364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0" name="Google Shape;230;p12"/>
            <p:cNvCxnSpPr/>
            <p:nvPr/>
          </p:nvCxnSpPr>
          <p:spPr>
            <a:xfrm flipH="1" rot="10800000">
              <a:off x="1228569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1" name="Google Shape;231;p12"/>
            <p:cNvCxnSpPr/>
            <p:nvPr/>
          </p:nvCxnSpPr>
          <p:spPr>
            <a:xfrm flipH="1" rot="10800000">
              <a:off x="1627773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2" name="Google Shape;232;p12"/>
            <p:cNvCxnSpPr/>
            <p:nvPr/>
          </p:nvCxnSpPr>
          <p:spPr>
            <a:xfrm flipH="1" rot="10800000">
              <a:off x="2026977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3" name="Google Shape;233;p12"/>
            <p:cNvCxnSpPr/>
            <p:nvPr/>
          </p:nvCxnSpPr>
          <p:spPr>
            <a:xfrm flipH="1" rot="10800000">
              <a:off x="2426182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34" name="Google Shape;234;p12"/>
          <p:cNvSpPr txBox="1"/>
          <p:nvPr/>
        </p:nvSpPr>
        <p:spPr>
          <a:xfrm>
            <a:off x="7724117" y="7765746"/>
            <a:ext cx="4073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99"/>
              <a:buFont typeface="Arial"/>
              <a:buNone/>
            </a:pPr>
            <a:r>
              <a:rPr b="1" i="0" lang="en-US" sz="3299" u="none" cap="none" strike="noStrike">
                <a:solidFill>
                  <a:srgbClr val="0C0F27"/>
                </a:solidFill>
                <a:latin typeface="Montserrat"/>
                <a:ea typeface="Montserrat"/>
                <a:cs typeface="Montserrat"/>
                <a:sym typeface="Montserrat"/>
              </a:rPr>
              <a:t>Presentation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1091500" y="747600"/>
            <a:ext cx="10062600" cy="1973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6" name="Google Shape;236;p12"/>
          <p:cNvSpPr txBox="1"/>
          <p:nvPr/>
        </p:nvSpPr>
        <p:spPr>
          <a:xfrm>
            <a:off x="1472650" y="956925"/>
            <a:ext cx="9300300" cy="13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F2F2F2"/>
                </a:solidFill>
                <a:latin typeface="Comfortaa"/>
                <a:ea typeface="Comfortaa"/>
                <a:cs typeface="Comfortaa"/>
                <a:sym typeface="Comfortaa"/>
              </a:rPr>
              <a:t>Команда проекта "НейроЭмоции" (MIFIML):</a:t>
            </a:r>
            <a:endParaRPr b="1" sz="48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37" name="Google Shape;237;p12"/>
          <p:cNvSpPr txBox="1"/>
          <p:nvPr/>
        </p:nvSpPr>
        <p:spPr>
          <a:xfrm>
            <a:off x="1091500" y="3216088"/>
            <a:ext cx="11513100" cy="4500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Борзунов Антон Андреевич</a:t>
            </a:r>
            <a:r>
              <a:rPr lang="en-US" sz="240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 - Data &amp; Chunking Engineer</a:t>
            </a:r>
            <a:endParaRPr b="1" i="1" sz="24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Чунарев Дмитрий Дмитриевич</a:t>
            </a:r>
            <a:r>
              <a:rPr lang="en-US" sz="240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 - Vector DB &amp; Embeddings Engineer</a:t>
            </a:r>
            <a:endParaRPr b="1" i="1" sz="24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Ситёв Роман Рустамович</a:t>
            </a:r>
            <a:r>
              <a:rPr lang="en-US" sz="240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 - RAG Core &amp; Prompt Engineer</a:t>
            </a:r>
            <a:endParaRPr b="1" i="1" sz="24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Голунов Артем Сергеевич</a:t>
            </a:r>
            <a:r>
              <a:rPr lang="en-US" sz="240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 - Backend &amp; API Developer</a:t>
            </a:r>
            <a:endParaRPr b="1" i="1" sz="24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Бикбулатова Айгуль Ришатовна</a:t>
            </a:r>
            <a:r>
              <a:rPr lang="en-US" sz="240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 - UI/UX Core Developer</a:t>
            </a:r>
            <a:endParaRPr b="1" i="1" sz="24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Булахов Юрий Эдуардович</a:t>
            </a:r>
            <a:r>
              <a:rPr lang="en-US" sz="240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 - Advanced Features &amp; UI Integration Developer</a:t>
            </a:r>
            <a:endParaRPr b="1" i="1" sz="24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Ворошнина Анна Олеговна</a:t>
            </a:r>
            <a:r>
              <a:rPr lang="en-US" sz="240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 - Integration, Testing &amp; Demo Manager</a:t>
            </a:r>
            <a:endParaRPr sz="24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8" name="Google Shape;238;p12"/>
          <p:cNvSpPr txBox="1"/>
          <p:nvPr/>
        </p:nvSpPr>
        <p:spPr>
          <a:xfrm>
            <a:off x="1091500" y="7610600"/>
            <a:ext cx="10092600" cy="14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2F2F2"/>
                </a:solidFill>
                <a:latin typeface="Comfortaa"/>
                <a:ea typeface="Comfortaa"/>
                <a:cs typeface="Comfortaa"/>
                <a:sym typeface="Comfortaa"/>
              </a:rPr>
              <a:t>Ссылка на Git-проект: </a:t>
            </a:r>
            <a:r>
              <a:rPr lang="en-US" sz="2400" u="sng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https://github.com/Bulahov/Hakaton3</a:t>
            </a:r>
            <a:endParaRPr sz="240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39" name="Google Shape;239;p12"/>
          <p:cNvSpPr/>
          <p:nvPr/>
        </p:nvSpPr>
        <p:spPr>
          <a:xfrm>
            <a:off x="523300" y="7716700"/>
            <a:ext cx="568200" cy="4752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27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Google Shape;244;p13"/>
          <p:cNvGrpSpPr/>
          <p:nvPr/>
        </p:nvGrpSpPr>
        <p:grpSpPr>
          <a:xfrm>
            <a:off x="1375186" y="1824839"/>
            <a:ext cx="1734922" cy="1734922"/>
            <a:chOff x="0" y="0"/>
            <a:chExt cx="812800" cy="812800"/>
          </a:xfrm>
        </p:grpSpPr>
        <p:sp>
          <p:nvSpPr>
            <p:cNvPr id="245" name="Google Shape;245;p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78025" lIns="78025" spcFirstLastPara="1" rIns="78025" wrap="square" tIns="78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95"/>
                <a:buFont typeface="Arial"/>
                <a:buNone/>
              </a:pPr>
              <a:r>
                <a:t/>
              </a:r>
              <a:endParaRPr b="0" i="0" sz="11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3350" lIns="43350" spcFirstLastPara="1" rIns="43350" wrap="square" tIns="4335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36"/>
                <a:buFont typeface="Arial"/>
                <a:buNone/>
              </a:pPr>
              <a:r>
                <a:t/>
              </a:r>
              <a:endParaRPr b="0" i="0" sz="153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47" name="Google Shape;24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72850" y="5848020"/>
            <a:ext cx="1430300" cy="13875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8" name="Google Shape;248;p13"/>
          <p:cNvCxnSpPr/>
          <p:nvPr/>
        </p:nvCxnSpPr>
        <p:spPr>
          <a:xfrm rot="10800000">
            <a:off x="708796" y="727487"/>
            <a:ext cx="0" cy="9559513"/>
          </a:xfrm>
          <a:prstGeom prst="straightConnector1">
            <a:avLst/>
          </a:prstGeom>
          <a:noFill/>
          <a:ln cap="flat" cmpd="sng" w="38100">
            <a:solidFill>
              <a:srgbClr val="FFBD4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49" name="Google Shape;249;p13"/>
          <p:cNvGrpSpPr/>
          <p:nvPr/>
        </p:nvGrpSpPr>
        <p:grpSpPr>
          <a:xfrm>
            <a:off x="388893" y="9258300"/>
            <a:ext cx="639807" cy="639807"/>
            <a:chOff x="0" y="0"/>
            <a:chExt cx="812800" cy="812800"/>
          </a:xfrm>
        </p:grpSpPr>
        <p:sp>
          <p:nvSpPr>
            <p:cNvPr id="250" name="Google Shape;250;p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2" name="Google Shape;252;p13"/>
          <p:cNvGrpSpPr/>
          <p:nvPr/>
        </p:nvGrpSpPr>
        <p:grpSpPr>
          <a:xfrm>
            <a:off x="457891" y="8567516"/>
            <a:ext cx="501811" cy="501811"/>
            <a:chOff x="0" y="0"/>
            <a:chExt cx="812800" cy="812800"/>
          </a:xfrm>
        </p:grpSpPr>
        <p:sp>
          <p:nvSpPr>
            <p:cNvPr id="253" name="Google Shape;253;p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5" name="Google Shape;255;p13"/>
          <p:cNvGrpSpPr/>
          <p:nvPr/>
        </p:nvGrpSpPr>
        <p:grpSpPr>
          <a:xfrm>
            <a:off x="532694" y="8026338"/>
            <a:ext cx="352204" cy="352204"/>
            <a:chOff x="0" y="0"/>
            <a:chExt cx="812800" cy="812800"/>
          </a:xfrm>
        </p:grpSpPr>
        <p:sp>
          <p:nvSpPr>
            <p:cNvPr id="256" name="Google Shape;256;p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8" name="Google Shape;258;p13"/>
          <p:cNvGrpSpPr/>
          <p:nvPr/>
        </p:nvGrpSpPr>
        <p:grpSpPr>
          <a:xfrm>
            <a:off x="532694" y="551385"/>
            <a:ext cx="352204" cy="352204"/>
            <a:chOff x="0" y="0"/>
            <a:chExt cx="812800" cy="812800"/>
          </a:xfrm>
        </p:grpSpPr>
        <p:sp>
          <p:nvSpPr>
            <p:cNvPr id="259" name="Google Shape;259;p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1" name="Google Shape;261;p13"/>
          <p:cNvSpPr txBox="1"/>
          <p:nvPr/>
        </p:nvSpPr>
        <p:spPr>
          <a:xfrm>
            <a:off x="1375175" y="479575"/>
            <a:ext cx="125751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800">
                <a:solidFill>
                  <a:schemeClr val="lt2"/>
                </a:solidFill>
                <a:latin typeface="Comfortaa"/>
                <a:ea typeface="Comfortaa"/>
                <a:cs typeface="Comfortaa"/>
                <a:sym typeface="Comfortaa"/>
              </a:rPr>
              <a:t>Проблема и задача от заказчика</a:t>
            </a:r>
            <a:endParaRPr b="1" sz="4800">
              <a:solidFill>
                <a:schemeClr val="l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t/>
            </a:r>
            <a:endParaRPr sz="9000">
              <a:solidFill>
                <a:srgbClr val="FFBD4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2" name="Google Shape;262;p13"/>
          <p:cNvSpPr txBox="1"/>
          <p:nvPr/>
        </p:nvSpPr>
        <p:spPr>
          <a:xfrm>
            <a:off x="3249950" y="1410875"/>
            <a:ext cx="127935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F9FAFB"/>
                </a:solidFill>
                <a:latin typeface="Comfortaa"/>
                <a:ea typeface="Comfortaa"/>
                <a:cs typeface="Comfortaa"/>
                <a:sym typeface="Comfortaa"/>
              </a:rPr>
              <a:t>Бизнес-задача:</a:t>
            </a:r>
            <a:endParaRPr sz="2400">
              <a:solidFill>
                <a:srgbClr val="F9FAFB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F9FAFB"/>
                </a:solidFill>
                <a:latin typeface="Comfortaa"/>
                <a:ea typeface="Comfortaa"/>
                <a:cs typeface="Comfortaa"/>
                <a:sym typeface="Comfortaa"/>
              </a:rPr>
              <a:t>Партнер </a:t>
            </a:r>
            <a:r>
              <a:rPr lang="en-US" sz="2400">
                <a:solidFill>
                  <a:srgbClr val="679EFE"/>
                </a:solidFill>
                <a:uFill>
                  <a:noFill/>
                </a:uFill>
                <a:latin typeface="Comfortaa"/>
                <a:ea typeface="Comfortaa"/>
                <a:cs typeface="Comfortaa"/>
                <a:sym typeface="Comforta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Cloud.ru</a:t>
            </a:r>
            <a:r>
              <a:rPr lang="en-US" sz="2400">
                <a:solidFill>
                  <a:srgbClr val="F9FAFB"/>
                </a:solidFill>
                <a:latin typeface="Comfortaa"/>
                <a:ea typeface="Comfortaa"/>
                <a:cs typeface="Comfortaa"/>
                <a:sym typeface="Comfortaa"/>
              </a:rPr>
              <a:t>, ведущий российский провайдер облачных сервисов, столкнулся с вызовом: как сделать сложные технические учебные материалы (практические руководства Evolution) доступными и легкими для усвоения студентами и начинающими специалистами.</a:t>
            </a:r>
            <a:endParaRPr sz="24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63" name="Google Shape;263;p13"/>
          <p:cNvSpPr txBox="1"/>
          <p:nvPr/>
        </p:nvSpPr>
        <p:spPr>
          <a:xfrm>
            <a:off x="3808539" y="3900774"/>
            <a:ext cx="489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4" name="Google Shape;264;p13"/>
          <p:cNvGrpSpPr/>
          <p:nvPr/>
        </p:nvGrpSpPr>
        <p:grpSpPr>
          <a:xfrm>
            <a:off x="16127302" y="568044"/>
            <a:ext cx="2137482" cy="475324"/>
            <a:chOff x="30956" y="22212"/>
            <a:chExt cx="2849976" cy="633766"/>
          </a:xfrm>
        </p:grpSpPr>
        <p:cxnSp>
          <p:nvCxnSpPr>
            <p:cNvPr id="265" name="Google Shape;265;p13"/>
            <p:cNvCxnSpPr/>
            <p:nvPr/>
          </p:nvCxnSpPr>
          <p:spPr>
            <a:xfrm flipH="1" rot="10800000">
              <a:off x="30956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6" name="Google Shape;266;p13"/>
            <p:cNvCxnSpPr/>
            <p:nvPr/>
          </p:nvCxnSpPr>
          <p:spPr>
            <a:xfrm flipH="1" rot="10800000">
              <a:off x="430160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7" name="Google Shape;267;p13"/>
            <p:cNvCxnSpPr/>
            <p:nvPr/>
          </p:nvCxnSpPr>
          <p:spPr>
            <a:xfrm flipH="1" rot="10800000">
              <a:off x="829364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8" name="Google Shape;268;p13"/>
            <p:cNvCxnSpPr/>
            <p:nvPr/>
          </p:nvCxnSpPr>
          <p:spPr>
            <a:xfrm flipH="1" rot="10800000">
              <a:off x="1228569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9" name="Google Shape;269;p13"/>
            <p:cNvCxnSpPr/>
            <p:nvPr/>
          </p:nvCxnSpPr>
          <p:spPr>
            <a:xfrm flipH="1" rot="10800000">
              <a:off x="1627773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0" name="Google Shape;270;p13"/>
            <p:cNvCxnSpPr/>
            <p:nvPr/>
          </p:nvCxnSpPr>
          <p:spPr>
            <a:xfrm flipH="1" rot="10800000">
              <a:off x="2026977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1" name="Google Shape;271;p13"/>
            <p:cNvCxnSpPr/>
            <p:nvPr/>
          </p:nvCxnSpPr>
          <p:spPr>
            <a:xfrm flipH="1" rot="10800000">
              <a:off x="2426182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72" name="Google Shape;272;p13"/>
          <p:cNvSpPr txBox="1"/>
          <p:nvPr/>
        </p:nvSpPr>
        <p:spPr>
          <a:xfrm>
            <a:off x="1844238" y="2255825"/>
            <a:ext cx="796800" cy="7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1</a:t>
            </a:r>
            <a:endParaRPr sz="48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273" name="Google Shape;273;p13"/>
          <p:cNvGrpSpPr/>
          <p:nvPr/>
        </p:nvGrpSpPr>
        <p:grpSpPr>
          <a:xfrm>
            <a:off x="1375174" y="4639776"/>
            <a:ext cx="1734922" cy="1734922"/>
            <a:chOff x="0" y="0"/>
            <a:chExt cx="812800" cy="812800"/>
          </a:xfrm>
        </p:grpSpPr>
        <p:sp>
          <p:nvSpPr>
            <p:cNvPr id="274" name="Google Shape;274;p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78025" lIns="78025" spcFirstLastPara="1" rIns="78025" wrap="square" tIns="78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95"/>
                <a:buFont typeface="Arial"/>
                <a:buNone/>
              </a:pPr>
              <a:r>
                <a:t/>
              </a:r>
              <a:endParaRPr b="0" i="0" sz="11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13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3350" lIns="43350" spcFirstLastPara="1" rIns="43350" wrap="square" tIns="4335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36"/>
                <a:buFont typeface="Arial"/>
                <a:buNone/>
              </a:pPr>
              <a:r>
                <a:t/>
              </a:r>
              <a:endParaRPr b="0" i="0" sz="153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6" name="Google Shape;276;p13"/>
          <p:cNvSpPr txBox="1"/>
          <p:nvPr/>
        </p:nvSpPr>
        <p:spPr>
          <a:xfrm>
            <a:off x="1854050" y="5038825"/>
            <a:ext cx="796800" cy="9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2</a:t>
            </a:r>
            <a:endParaRPr sz="48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77" name="Google Shape;277;p13"/>
          <p:cNvSpPr txBox="1"/>
          <p:nvPr/>
        </p:nvSpPr>
        <p:spPr>
          <a:xfrm>
            <a:off x="3229650" y="4605225"/>
            <a:ext cx="12897600" cy="20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F9FAFB"/>
                </a:solidFill>
                <a:latin typeface="Comfortaa"/>
                <a:ea typeface="Comfortaa"/>
                <a:cs typeface="Comfortaa"/>
                <a:sym typeface="Comfortaa"/>
              </a:rPr>
              <a:t>Требование:</a:t>
            </a:r>
            <a:endParaRPr sz="2400">
              <a:solidFill>
                <a:srgbClr val="F9FAFB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9FAFB"/>
                </a:solidFill>
                <a:latin typeface="Comfortaa"/>
                <a:ea typeface="Comfortaa"/>
                <a:cs typeface="Comfortaa"/>
                <a:sym typeface="Comfortaa"/>
              </a:rPr>
              <a:t>Разработать MVP AI-репетитора, который не просто выдает информацию, а помогает учиться: объясняет, задает вопросы, рекомендует материалы и ссылается на источники.</a:t>
            </a:r>
            <a:endParaRPr sz="2400">
              <a:solidFill>
                <a:srgbClr val="F9FAFB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27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28799" y="6229971"/>
            <a:ext cx="998450" cy="96481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3" name="Google Shape;283;p14"/>
          <p:cNvCxnSpPr/>
          <p:nvPr/>
        </p:nvCxnSpPr>
        <p:spPr>
          <a:xfrm rot="10800000">
            <a:off x="708796" y="5308911"/>
            <a:ext cx="0" cy="4978089"/>
          </a:xfrm>
          <a:prstGeom prst="straightConnector1">
            <a:avLst/>
          </a:prstGeom>
          <a:noFill/>
          <a:ln cap="flat" cmpd="sng" w="38100">
            <a:solidFill>
              <a:srgbClr val="FFBD4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84" name="Google Shape;284;p14"/>
          <p:cNvGrpSpPr/>
          <p:nvPr/>
        </p:nvGrpSpPr>
        <p:grpSpPr>
          <a:xfrm>
            <a:off x="388893" y="9258300"/>
            <a:ext cx="639807" cy="639807"/>
            <a:chOff x="0" y="0"/>
            <a:chExt cx="812800" cy="812800"/>
          </a:xfrm>
        </p:grpSpPr>
        <p:sp>
          <p:nvSpPr>
            <p:cNvPr id="285" name="Google Shape;285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1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7" name="Google Shape;287;p14"/>
          <p:cNvGrpSpPr/>
          <p:nvPr/>
        </p:nvGrpSpPr>
        <p:grpSpPr>
          <a:xfrm>
            <a:off x="457891" y="8567516"/>
            <a:ext cx="501811" cy="501811"/>
            <a:chOff x="0" y="0"/>
            <a:chExt cx="812800" cy="812800"/>
          </a:xfrm>
        </p:grpSpPr>
        <p:sp>
          <p:nvSpPr>
            <p:cNvPr id="288" name="Google Shape;288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1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0" name="Google Shape;290;p14"/>
          <p:cNvGrpSpPr/>
          <p:nvPr/>
        </p:nvGrpSpPr>
        <p:grpSpPr>
          <a:xfrm>
            <a:off x="532694" y="8026338"/>
            <a:ext cx="352204" cy="352204"/>
            <a:chOff x="0" y="0"/>
            <a:chExt cx="812800" cy="812800"/>
          </a:xfrm>
        </p:grpSpPr>
        <p:sp>
          <p:nvSpPr>
            <p:cNvPr id="291" name="Google Shape;291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1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3" name="Google Shape;293;p14"/>
          <p:cNvGrpSpPr/>
          <p:nvPr/>
        </p:nvGrpSpPr>
        <p:grpSpPr>
          <a:xfrm>
            <a:off x="532694" y="4967398"/>
            <a:ext cx="352204" cy="352204"/>
            <a:chOff x="0" y="0"/>
            <a:chExt cx="812800" cy="812800"/>
          </a:xfrm>
        </p:grpSpPr>
        <p:sp>
          <p:nvSpPr>
            <p:cNvPr id="294" name="Google Shape;294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1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6" name="Google Shape;296;p14"/>
          <p:cNvSpPr txBox="1"/>
          <p:nvPr/>
        </p:nvSpPr>
        <p:spPr>
          <a:xfrm>
            <a:off x="1028725" y="699775"/>
            <a:ext cx="157656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800">
                <a:solidFill>
                  <a:schemeClr val="lt2"/>
                </a:solidFill>
                <a:latin typeface="Comfortaa"/>
                <a:ea typeface="Comfortaa"/>
                <a:cs typeface="Comfortaa"/>
                <a:sym typeface="Comfortaa"/>
              </a:rPr>
              <a:t>Наше решение и архитектура</a:t>
            </a:r>
            <a:endParaRPr b="1" sz="4800">
              <a:solidFill>
                <a:schemeClr val="l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t/>
            </a:r>
            <a:endParaRPr sz="9000">
              <a:solidFill>
                <a:srgbClr val="FFBD4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97" name="Google Shape;297;p14"/>
          <p:cNvGrpSpPr/>
          <p:nvPr/>
        </p:nvGrpSpPr>
        <p:grpSpPr>
          <a:xfrm>
            <a:off x="15590579" y="9749180"/>
            <a:ext cx="2137482" cy="475324"/>
            <a:chOff x="30956" y="22212"/>
            <a:chExt cx="2849976" cy="633766"/>
          </a:xfrm>
        </p:grpSpPr>
        <p:cxnSp>
          <p:nvCxnSpPr>
            <p:cNvPr id="298" name="Google Shape;298;p14"/>
            <p:cNvCxnSpPr/>
            <p:nvPr/>
          </p:nvCxnSpPr>
          <p:spPr>
            <a:xfrm flipH="1" rot="10800000">
              <a:off x="30956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9" name="Google Shape;299;p14"/>
            <p:cNvCxnSpPr/>
            <p:nvPr/>
          </p:nvCxnSpPr>
          <p:spPr>
            <a:xfrm flipH="1" rot="10800000">
              <a:off x="430160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0" name="Google Shape;300;p14"/>
            <p:cNvCxnSpPr/>
            <p:nvPr/>
          </p:nvCxnSpPr>
          <p:spPr>
            <a:xfrm flipH="1" rot="10800000">
              <a:off x="829364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1" name="Google Shape;301;p14"/>
            <p:cNvCxnSpPr/>
            <p:nvPr/>
          </p:nvCxnSpPr>
          <p:spPr>
            <a:xfrm flipH="1" rot="10800000">
              <a:off x="1228569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2" name="Google Shape;302;p14"/>
            <p:cNvCxnSpPr/>
            <p:nvPr/>
          </p:nvCxnSpPr>
          <p:spPr>
            <a:xfrm flipH="1" rot="10800000">
              <a:off x="1627773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3" name="Google Shape;303;p14"/>
            <p:cNvCxnSpPr/>
            <p:nvPr/>
          </p:nvCxnSpPr>
          <p:spPr>
            <a:xfrm flipH="1" rot="10800000">
              <a:off x="2026977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4" name="Google Shape;304;p14"/>
            <p:cNvCxnSpPr/>
            <p:nvPr/>
          </p:nvCxnSpPr>
          <p:spPr>
            <a:xfrm flipH="1" rot="10800000">
              <a:off x="2426182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05" name="Google Shape;305;p14"/>
          <p:cNvSpPr txBox="1"/>
          <p:nvPr/>
        </p:nvSpPr>
        <p:spPr>
          <a:xfrm>
            <a:off x="1028725" y="1913850"/>
            <a:ext cx="13830600" cy="18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F9FAFB"/>
                </a:solidFill>
                <a:latin typeface="Comfortaa"/>
                <a:ea typeface="Comfortaa"/>
                <a:cs typeface="Comfortaa"/>
                <a:sym typeface="Comfortaa"/>
              </a:rPr>
              <a:t>Предлагаемое решение: RAG-подход (Retrieval-Augmented Generation)</a:t>
            </a:r>
            <a:endParaRPr b="1" sz="2400">
              <a:solidFill>
                <a:srgbClr val="F9FAFB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9FAFB"/>
                </a:solidFill>
                <a:latin typeface="Comfortaa"/>
                <a:ea typeface="Comfortaa"/>
                <a:cs typeface="Comfortaa"/>
                <a:sym typeface="Comfortaa"/>
              </a:rPr>
              <a:t>Мы создали не просто чат-бота, а полноценный учебный ассистент с прозрачной архитектурой:</a:t>
            </a:r>
            <a:endParaRPr sz="24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06" name="Google Shape;306;p14"/>
          <p:cNvSpPr/>
          <p:nvPr/>
        </p:nvSpPr>
        <p:spPr>
          <a:xfrm>
            <a:off x="1211125" y="3618400"/>
            <a:ext cx="12649500" cy="476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7" name="Google Shape;307;p14"/>
          <p:cNvSpPr txBox="1"/>
          <p:nvPr/>
        </p:nvSpPr>
        <p:spPr>
          <a:xfrm>
            <a:off x="1417525" y="4091150"/>
            <a:ext cx="13053000" cy="49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fortaa"/>
              <a:buAutoNum type="arabicPeriod"/>
            </a:pPr>
            <a:r>
              <a:rPr lang="en-US" sz="24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База знаний: Структурированные учебные материалы </a:t>
            </a:r>
            <a:r>
              <a:rPr lang="en-US" sz="2400">
                <a:solidFill>
                  <a:schemeClr val="accent2"/>
                </a:solidFill>
                <a:uFill>
                  <a:noFill/>
                </a:uFill>
                <a:latin typeface="Comfortaa"/>
                <a:ea typeface="Comfortaa"/>
                <a:cs typeface="Comfortaa"/>
                <a:sym typeface="Comforta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Cloud.ru</a:t>
            </a:r>
            <a:r>
              <a:rPr lang="en-US" sz="24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.</a:t>
            </a:r>
            <a:endParaRPr sz="24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fortaa"/>
              <a:buAutoNum type="arabicPeriod"/>
            </a:pPr>
            <a:r>
              <a:rPr lang="en-US" sz="24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Интеллектуальный поиск: Система находит наиболее релевантные фрагменты по смыслу, а не по ключевым словам.</a:t>
            </a:r>
            <a:endParaRPr sz="24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fortaa"/>
              <a:buAutoNum type="arabicPeriod"/>
            </a:pPr>
            <a:r>
              <a:rPr lang="en-US" sz="24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Генерация ответов: Ядро на основе LLM формирует понятные, развернутые объяснения, всегда цитируя источники.</a:t>
            </a:r>
            <a:endParaRPr sz="24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fortaa"/>
              <a:buAutoNum type="arabicPeriod"/>
            </a:pPr>
            <a:r>
              <a:rPr lang="en-US" sz="24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Пользовательский интерфейс: Доступ через удобный Telegram-бот.</a:t>
            </a:r>
            <a:endParaRPr sz="24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Ключевая ценность: </a:t>
            </a:r>
            <a:r>
              <a:rPr lang="en-US" sz="24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Точность, контекстность и обучающий диалог вместо статичного поиска.</a:t>
            </a:r>
            <a:endParaRPr sz="24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27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2" name="Google Shape;312;p15"/>
          <p:cNvCxnSpPr/>
          <p:nvPr/>
        </p:nvCxnSpPr>
        <p:spPr>
          <a:xfrm rot="10800000">
            <a:off x="708796" y="5308800"/>
            <a:ext cx="0" cy="4978200"/>
          </a:xfrm>
          <a:prstGeom prst="straightConnector1">
            <a:avLst/>
          </a:prstGeom>
          <a:noFill/>
          <a:ln cap="flat" cmpd="sng" w="38100">
            <a:solidFill>
              <a:srgbClr val="FFBD4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13" name="Google Shape;313;p15"/>
          <p:cNvGrpSpPr/>
          <p:nvPr/>
        </p:nvGrpSpPr>
        <p:grpSpPr>
          <a:xfrm>
            <a:off x="388893" y="9258300"/>
            <a:ext cx="639836" cy="639836"/>
            <a:chOff x="0" y="0"/>
            <a:chExt cx="812800" cy="812800"/>
          </a:xfrm>
        </p:grpSpPr>
        <p:sp>
          <p:nvSpPr>
            <p:cNvPr id="314" name="Google Shape;314;p1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15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6" name="Google Shape;316;p15"/>
          <p:cNvGrpSpPr/>
          <p:nvPr/>
        </p:nvGrpSpPr>
        <p:grpSpPr>
          <a:xfrm>
            <a:off x="457891" y="8567516"/>
            <a:ext cx="501823" cy="501823"/>
            <a:chOff x="0" y="0"/>
            <a:chExt cx="812800" cy="812800"/>
          </a:xfrm>
        </p:grpSpPr>
        <p:sp>
          <p:nvSpPr>
            <p:cNvPr id="317" name="Google Shape;317;p1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15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9" name="Google Shape;319;p15"/>
          <p:cNvGrpSpPr/>
          <p:nvPr/>
        </p:nvGrpSpPr>
        <p:grpSpPr>
          <a:xfrm>
            <a:off x="532694" y="8026338"/>
            <a:ext cx="352186" cy="352186"/>
            <a:chOff x="0" y="0"/>
            <a:chExt cx="812800" cy="812800"/>
          </a:xfrm>
        </p:grpSpPr>
        <p:sp>
          <p:nvSpPr>
            <p:cNvPr id="320" name="Google Shape;320;p1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15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2" name="Google Shape;322;p15"/>
          <p:cNvGrpSpPr/>
          <p:nvPr/>
        </p:nvGrpSpPr>
        <p:grpSpPr>
          <a:xfrm>
            <a:off x="532694" y="4967398"/>
            <a:ext cx="352186" cy="352186"/>
            <a:chOff x="0" y="0"/>
            <a:chExt cx="812800" cy="812800"/>
          </a:xfrm>
        </p:grpSpPr>
        <p:sp>
          <p:nvSpPr>
            <p:cNvPr id="323" name="Google Shape;323;p1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15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5" name="Google Shape;325;p15"/>
          <p:cNvSpPr txBox="1"/>
          <p:nvPr/>
        </p:nvSpPr>
        <p:spPr>
          <a:xfrm>
            <a:off x="1028725" y="699775"/>
            <a:ext cx="157656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F9FAFB"/>
                </a:solidFill>
                <a:highlight>
                  <a:srgbClr val="151517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-US" sz="4800">
                <a:solidFill>
                  <a:srgbClr val="FFBD4C"/>
                </a:solidFill>
                <a:latin typeface="Comfortaa"/>
                <a:ea typeface="Comfortaa"/>
                <a:cs typeface="Comfortaa"/>
                <a:sym typeface="Comfortaa"/>
              </a:rPr>
              <a:t>Этап 1. Фундамент: Подготовка данных</a:t>
            </a:r>
            <a:endParaRPr b="1" sz="4800">
              <a:solidFill>
                <a:srgbClr val="FFBD4C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800">
              <a:solidFill>
                <a:schemeClr val="l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t/>
            </a:r>
            <a:endParaRPr sz="9000">
              <a:solidFill>
                <a:srgbClr val="FFBD4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26" name="Google Shape;326;p15"/>
          <p:cNvGrpSpPr/>
          <p:nvPr/>
        </p:nvGrpSpPr>
        <p:grpSpPr>
          <a:xfrm>
            <a:off x="15590579" y="9749080"/>
            <a:ext cx="2137519" cy="475425"/>
            <a:chOff x="30956" y="22078"/>
            <a:chExt cx="2850026" cy="633900"/>
          </a:xfrm>
        </p:grpSpPr>
        <p:cxnSp>
          <p:nvCxnSpPr>
            <p:cNvPr id="327" name="Google Shape;327;p15"/>
            <p:cNvCxnSpPr/>
            <p:nvPr/>
          </p:nvCxnSpPr>
          <p:spPr>
            <a:xfrm flipH="1" rot="10800000">
              <a:off x="30956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8" name="Google Shape;328;p15"/>
            <p:cNvCxnSpPr/>
            <p:nvPr/>
          </p:nvCxnSpPr>
          <p:spPr>
            <a:xfrm flipH="1" rot="10800000">
              <a:off x="430160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9" name="Google Shape;329;p15"/>
            <p:cNvCxnSpPr/>
            <p:nvPr/>
          </p:nvCxnSpPr>
          <p:spPr>
            <a:xfrm flipH="1" rot="10800000">
              <a:off x="829364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0" name="Google Shape;330;p15"/>
            <p:cNvCxnSpPr/>
            <p:nvPr/>
          </p:nvCxnSpPr>
          <p:spPr>
            <a:xfrm flipH="1" rot="10800000">
              <a:off x="1228569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1" name="Google Shape;331;p15"/>
            <p:cNvCxnSpPr/>
            <p:nvPr/>
          </p:nvCxnSpPr>
          <p:spPr>
            <a:xfrm flipH="1" rot="10800000">
              <a:off x="1627773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2" name="Google Shape;332;p15"/>
            <p:cNvCxnSpPr/>
            <p:nvPr/>
          </p:nvCxnSpPr>
          <p:spPr>
            <a:xfrm flipH="1" rot="10800000">
              <a:off x="2026977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3" name="Google Shape;333;p15"/>
            <p:cNvCxnSpPr/>
            <p:nvPr/>
          </p:nvCxnSpPr>
          <p:spPr>
            <a:xfrm flipH="1" rot="10800000">
              <a:off x="2426182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34" name="Google Shape;334;p15"/>
          <p:cNvSpPr txBox="1"/>
          <p:nvPr/>
        </p:nvSpPr>
        <p:spPr>
          <a:xfrm>
            <a:off x="1028725" y="1913850"/>
            <a:ext cx="13830600" cy="18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Исполнитель: Борзунов Антон, Data &amp; Chunking Engineer</a:t>
            </a:r>
            <a:endParaRPr sz="240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Задача: Превратить сырые учебные материалы в готовую к анализу базу знаний.</a:t>
            </a:r>
            <a:endParaRPr sz="240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35" name="Google Shape;335;p15"/>
          <p:cNvSpPr/>
          <p:nvPr/>
        </p:nvSpPr>
        <p:spPr>
          <a:xfrm>
            <a:off x="1211125" y="3618400"/>
            <a:ext cx="13053000" cy="476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6" name="Google Shape;336;p15"/>
          <p:cNvSpPr txBox="1"/>
          <p:nvPr/>
        </p:nvSpPr>
        <p:spPr>
          <a:xfrm>
            <a:off x="1417525" y="4091150"/>
            <a:ext cx="13053000" cy="49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Что было сделано:</a:t>
            </a:r>
            <a:endParaRPr sz="2400">
              <a:solidFill>
                <a:srgbClr val="0C0F27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C0F27"/>
              </a:buClr>
              <a:buSzPts val="2400"/>
              <a:buFont typeface="Comfortaa"/>
              <a:buChar char="●"/>
            </a:pPr>
            <a: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Автоматический сбор и очистка материалов с сайта </a:t>
            </a:r>
            <a:r>
              <a:rPr lang="en-US" sz="2400">
                <a:solidFill>
                  <a:srgbClr val="0C0F27"/>
                </a:solidFill>
                <a:uFill>
                  <a:noFill/>
                </a:uFill>
                <a:latin typeface="Comfortaa"/>
                <a:ea typeface="Comfortaa"/>
                <a:cs typeface="Comfortaa"/>
                <a:sym typeface="Comforta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Cloud.ru</a:t>
            </a:r>
            <a: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.</a:t>
            </a:r>
            <a:endParaRPr sz="2400">
              <a:solidFill>
                <a:srgbClr val="0C0F27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0F27"/>
              </a:buClr>
              <a:buSzPts val="2400"/>
              <a:buFont typeface="Comfortaa"/>
              <a:buChar char="●"/>
            </a:pPr>
            <a: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Интеллектуальное разбиение на смысловые блоки (чанки) для точного поиска.</a:t>
            </a:r>
            <a:endParaRPr sz="2400">
              <a:solidFill>
                <a:srgbClr val="0C0F27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0F27"/>
              </a:buClr>
              <a:buSzPts val="2400"/>
              <a:buFont typeface="Comfortaa"/>
              <a:buChar char="●"/>
            </a:pPr>
            <a: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Сохранение критичных метаданных: заголовок, ссылка, категория.</a:t>
            </a:r>
            <a:b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</a:br>
            <a: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Результат: Структурированный датасет из 692 учебных фрагмента – готовое «топливо» для AI.</a:t>
            </a:r>
            <a:endParaRPr sz="2400">
              <a:solidFill>
                <a:srgbClr val="0C0F27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27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1" name="Google Shape;341;p16"/>
          <p:cNvCxnSpPr/>
          <p:nvPr/>
        </p:nvCxnSpPr>
        <p:spPr>
          <a:xfrm rot="10800000">
            <a:off x="708796" y="5308800"/>
            <a:ext cx="0" cy="4978200"/>
          </a:xfrm>
          <a:prstGeom prst="straightConnector1">
            <a:avLst/>
          </a:prstGeom>
          <a:noFill/>
          <a:ln cap="flat" cmpd="sng" w="38100">
            <a:solidFill>
              <a:srgbClr val="FFBD4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42" name="Google Shape;342;p16"/>
          <p:cNvGrpSpPr/>
          <p:nvPr/>
        </p:nvGrpSpPr>
        <p:grpSpPr>
          <a:xfrm>
            <a:off x="388893" y="9258300"/>
            <a:ext cx="639836" cy="639836"/>
            <a:chOff x="0" y="0"/>
            <a:chExt cx="812800" cy="812800"/>
          </a:xfrm>
        </p:grpSpPr>
        <p:sp>
          <p:nvSpPr>
            <p:cNvPr id="343" name="Google Shape;343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16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5" name="Google Shape;345;p16"/>
          <p:cNvGrpSpPr/>
          <p:nvPr/>
        </p:nvGrpSpPr>
        <p:grpSpPr>
          <a:xfrm>
            <a:off x="457891" y="8567516"/>
            <a:ext cx="501823" cy="501823"/>
            <a:chOff x="0" y="0"/>
            <a:chExt cx="812800" cy="812800"/>
          </a:xfrm>
        </p:grpSpPr>
        <p:sp>
          <p:nvSpPr>
            <p:cNvPr id="346" name="Google Shape;346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16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8" name="Google Shape;348;p16"/>
          <p:cNvGrpSpPr/>
          <p:nvPr/>
        </p:nvGrpSpPr>
        <p:grpSpPr>
          <a:xfrm>
            <a:off x="532694" y="8026338"/>
            <a:ext cx="352186" cy="352186"/>
            <a:chOff x="0" y="0"/>
            <a:chExt cx="812800" cy="812800"/>
          </a:xfrm>
        </p:grpSpPr>
        <p:sp>
          <p:nvSpPr>
            <p:cNvPr id="349" name="Google Shape;349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16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1" name="Google Shape;351;p16"/>
          <p:cNvGrpSpPr/>
          <p:nvPr/>
        </p:nvGrpSpPr>
        <p:grpSpPr>
          <a:xfrm>
            <a:off x="532694" y="4967398"/>
            <a:ext cx="352186" cy="352186"/>
            <a:chOff x="0" y="0"/>
            <a:chExt cx="812800" cy="812800"/>
          </a:xfrm>
        </p:grpSpPr>
        <p:sp>
          <p:nvSpPr>
            <p:cNvPr id="352" name="Google Shape;352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16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4" name="Google Shape;354;p16"/>
          <p:cNvSpPr txBox="1"/>
          <p:nvPr/>
        </p:nvSpPr>
        <p:spPr>
          <a:xfrm>
            <a:off x="1028725" y="699775"/>
            <a:ext cx="15765600" cy="54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800">
                <a:solidFill>
                  <a:srgbClr val="FFBD4C"/>
                </a:solidFill>
                <a:latin typeface="Comfortaa"/>
                <a:ea typeface="Comfortaa"/>
                <a:cs typeface="Comfortaa"/>
                <a:sym typeface="Comfortaa"/>
              </a:rPr>
              <a:t> </a:t>
            </a:r>
            <a:r>
              <a:rPr b="1" lang="en-US" sz="4800">
                <a:solidFill>
                  <a:srgbClr val="FFBD4C"/>
                </a:solidFill>
                <a:latin typeface="Comfortaa"/>
                <a:ea typeface="Comfortaa"/>
                <a:cs typeface="Comfortaa"/>
                <a:sym typeface="Comfortaa"/>
              </a:rPr>
              <a:t>Этап 2. Понимание смысла: Векторизация</a:t>
            </a:r>
            <a:endParaRPr b="1" sz="4800">
              <a:solidFill>
                <a:srgbClr val="FFBD4C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800">
              <a:solidFill>
                <a:srgbClr val="FFBD4C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800">
              <a:solidFill>
                <a:schemeClr val="l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t/>
            </a:r>
            <a:endParaRPr sz="9000">
              <a:solidFill>
                <a:srgbClr val="FFBD4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55" name="Google Shape;355;p16"/>
          <p:cNvGrpSpPr/>
          <p:nvPr/>
        </p:nvGrpSpPr>
        <p:grpSpPr>
          <a:xfrm>
            <a:off x="15590579" y="9749080"/>
            <a:ext cx="2137519" cy="475425"/>
            <a:chOff x="30956" y="22078"/>
            <a:chExt cx="2850026" cy="633900"/>
          </a:xfrm>
        </p:grpSpPr>
        <p:cxnSp>
          <p:nvCxnSpPr>
            <p:cNvPr id="356" name="Google Shape;356;p16"/>
            <p:cNvCxnSpPr/>
            <p:nvPr/>
          </p:nvCxnSpPr>
          <p:spPr>
            <a:xfrm flipH="1" rot="10800000">
              <a:off x="30956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7" name="Google Shape;357;p16"/>
            <p:cNvCxnSpPr/>
            <p:nvPr/>
          </p:nvCxnSpPr>
          <p:spPr>
            <a:xfrm flipH="1" rot="10800000">
              <a:off x="430160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8" name="Google Shape;358;p16"/>
            <p:cNvCxnSpPr/>
            <p:nvPr/>
          </p:nvCxnSpPr>
          <p:spPr>
            <a:xfrm flipH="1" rot="10800000">
              <a:off x="829364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9" name="Google Shape;359;p16"/>
            <p:cNvCxnSpPr/>
            <p:nvPr/>
          </p:nvCxnSpPr>
          <p:spPr>
            <a:xfrm flipH="1" rot="10800000">
              <a:off x="1228569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0" name="Google Shape;360;p16"/>
            <p:cNvCxnSpPr/>
            <p:nvPr/>
          </p:nvCxnSpPr>
          <p:spPr>
            <a:xfrm flipH="1" rot="10800000">
              <a:off x="1627773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1" name="Google Shape;361;p16"/>
            <p:cNvCxnSpPr/>
            <p:nvPr/>
          </p:nvCxnSpPr>
          <p:spPr>
            <a:xfrm flipH="1" rot="10800000">
              <a:off x="2026977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2" name="Google Shape;362;p16"/>
            <p:cNvCxnSpPr/>
            <p:nvPr/>
          </p:nvCxnSpPr>
          <p:spPr>
            <a:xfrm flipH="1" rot="10800000">
              <a:off x="2426182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63" name="Google Shape;363;p16"/>
          <p:cNvSpPr txBox="1"/>
          <p:nvPr/>
        </p:nvSpPr>
        <p:spPr>
          <a:xfrm>
            <a:off x="1028725" y="1913850"/>
            <a:ext cx="13830600" cy="18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F9FAFB"/>
                </a:solidFill>
                <a:latin typeface="Comfortaa"/>
                <a:ea typeface="Comfortaa"/>
                <a:cs typeface="Comfortaa"/>
                <a:sym typeface="Comfortaa"/>
              </a:rPr>
              <a:t>Исполнитель: Чумарев Дмитрий, Vector DB &amp; Embeddings Engineer</a:t>
            </a:r>
            <a:endParaRPr sz="2400">
              <a:solidFill>
                <a:srgbClr val="F9FAFB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9FAFB"/>
                </a:solidFill>
                <a:latin typeface="Comfortaa"/>
                <a:ea typeface="Comfortaa"/>
                <a:cs typeface="Comfortaa"/>
                <a:sym typeface="Comfortaa"/>
              </a:rPr>
              <a:t>Задача: Научить систему понимать смысл запросов и документов.</a:t>
            </a:r>
            <a:endParaRPr sz="240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64" name="Google Shape;364;p16"/>
          <p:cNvSpPr/>
          <p:nvPr/>
        </p:nvSpPr>
        <p:spPr>
          <a:xfrm>
            <a:off x="1211125" y="3618400"/>
            <a:ext cx="13053000" cy="476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5" name="Google Shape;365;p16"/>
          <p:cNvSpPr txBox="1"/>
          <p:nvPr/>
        </p:nvSpPr>
        <p:spPr>
          <a:xfrm>
            <a:off x="1417525" y="4091150"/>
            <a:ext cx="13053000" cy="49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Что было сделано:</a:t>
            </a:r>
            <a:endParaRPr sz="2400">
              <a:solidFill>
                <a:srgbClr val="0C0F27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C0F27"/>
              </a:buClr>
              <a:buSzPts val="2400"/>
              <a:buFont typeface="Comfortaa"/>
              <a:buChar char="●"/>
            </a:pPr>
            <a: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Протестировано 6 моделей эмбеддингов. Выбрана лучшая: intfloat/multilingual-e5-small (качество 0.857, поддержка русского).</a:t>
            </a:r>
            <a:endParaRPr sz="2400">
              <a:solidFill>
                <a:srgbClr val="0C0F27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0F27"/>
              </a:buClr>
              <a:buSzPts val="2400"/>
              <a:buFont typeface="Comfortaa"/>
              <a:buChar char="●"/>
            </a:pPr>
            <a: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Каждый из 692 чанков преобразован в цифровой «вектор смысла».</a:t>
            </a:r>
            <a:endParaRPr sz="2400">
              <a:solidFill>
                <a:srgbClr val="0C0F27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0F27"/>
              </a:buClr>
              <a:buSzPts val="2400"/>
              <a:buFont typeface="Comfortaa"/>
              <a:buChar char="●"/>
            </a:pPr>
            <a: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Развернуты две параллельные системы поиска (ChromaDB и FAISS) для надежности и скорости.</a:t>
            </a:r>
            <a:b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</a:br>
            <a: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Результат: Система готова к семантическому поиску по всем материалам.</a:t>
            </a:r>
            <a:endParaRPr sz="2400">
              <a:solidFill>
                <a:srgbClr val="0C0F27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27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0" name="Google Shape;370;p17"/>
          <p:cNvCxnSpPr/>
          <p:nvPr/>
        </p:nvCxnSpPr>
        <p:spPr>
          <a:xfrm rot="10800000">
            <a:off x="708796" y="5308800"/>
            <a:ext cx="0" cy="4978200"/>
          </a:xfrm>
          <a:prstGeom prst="straightConnector1">
            <a:avLst/>
          </a:prstGeom>
          <a:noFill/>
          <a:ln cap="flat" cmpd="sng" w="38100">
            <a:solidFill>
              <a:srgbClr val="FFBD4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71" name="Google Shape;371;p17"/>
          <p:cNvGrpSpPr/>
          <p:nvPr/>
        </p:nvGrpSpPr>
        <p:grpSpPr>
          <a:xfrm>
            <a:off x="388893" y="9258300"/>
            <a:ext cx="639836" cy="639836"/>
            <a:chOff x="0" y="0"/>
            <a:chExt cx="812800" cy="812800"/>
          </a:xfrm>
        </p:grpSpPr>
        <p:sp>
          <p:nvSpPr>
            <p:cNvPr id="372" name="Google Shape;372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17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4" name="Google Shape;374;p17"/>
          <p:cNvGrpSpPr/>
          <p:nvPr/>
        </p:nvGrpSpPr>
        <p:grpSpPr>
          <a:xfrm>
            <a:off x="457891" y="8567516"/>
            <a:ext cx="501823" cy="501823"/>
            <a:chOff x="0" y="0"/>
            <a:chExt cx="812800" cy="812800"/>
          </a:xfrm>
        </p:grpSpPr>
        <p:sp>
          <p:nvSpPr>
            <p:cNvPr id="375" name="Google Shape;375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17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7" name="Google Shape;377;p17"/>
          <p:cNvGrpSpPr/>
          <p:nvPr/>
        </p:nvGrpSpPr>
        <p:grpSpPr>
          <a:xfrm>
            <a:off x="532694" y="8026338"/>
            <a:ext cx="352186" cy="352186"/>
            <a:chOff x="0" y="0"/>
            <a:chExt cx="812800" cy="812800"/>
          </a:xfrm>
        </p:grpSpPr>
        <p:sp>
          <p:nvSpPr>
            <p:cNvPr id="378" name="Google Shape;378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17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0" name="Google Shape;380;p17"/>
          <p:cNvGrpSpPr/>
          <p:nvPr/>
        </p:nvGrpSpPr>
        <p:grpSpPr>
          <a:xfrm>
            <a:off x="532694" y="4967398"/>
            <a:ext cx="352186" cy="352186"/>
            <a:chOff x="0" y="0"/>
            <a:chExt cx="812800" cy="812800"/>
          </a:xfrm>
        </p:grpSpPr>
        <p:sp>
          <p:nvSpPr>
            <p:cNvPr id="381" name="Google Shape;381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17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3" name="Google Shape;383;p17"/>
          <p:cNvSpPr txBox="1"/>
          <p:nvPr/>
        </p:nvSpPr>
        <p:spPr>
          <a:xfrm>
            <a:off x="1028725" y="699775"/>
            <a:ext cx="15765600" cy="6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800">
                <a:solidFill>
                  <a:srgbClr val="FFBD4C"/>
                </a:solidFill>
                <a:latin typeface="Comfortaa"/>
                <a:ea typeface="Comfortaa"/>
                <a:cs typeface="Comfortaa"/>
                <a:sym typeface="Comfortaa"/>
              </a:rPr>
              <a:t> </a:t>
            </a:r>
            <a:r>
              <a:rPr b="1" lang="en-US" sz="4800">
                <a:solidFill>
                  <a:schemeClr val="accent5"/>
                </a:solidFill>
                <a:latin typeface="Comfortaa"/>
                <a:ea typeface="Comfortaa"/>
                <a:cs typeface="Comfortaa"/>
                <a:sym typeface="Comfortaa"/>
              </a:rPr>
              <a:t>Этап 3. Мозг системы: RAG-ядро и промпты</a:t>
            </a:r>
            <a:endParaRPr b="1" sz="4800">
              <a:solidFill>
                <a:schemeClr val="accent5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800">
              <a:solidFill>
                <a:srgbClr val="FFBD4C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800">
              <a:solidFill>
                <a:srgbClr val="FFBD4C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800">
              <a:solidFill>
                <a:schemeClr val="l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t/>
            </a:r>
            <a:endParaRPr sz="9000">
              <a:solidFill>
                <a:srgbClr val="FFBD4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84" name="Google Shape;384;p17"/>
          <p:cNvGrpSpPr/>
          <p:nvPr/>
        </p:nvGrpSpPr>
        <p:grpSpPr>
          <a:xfrm>
            <a:off x="15590579" y="9749080"/>
            <a:ext cx="2137519" cy="475425"/>
            <a:chOff x="30956" y="22078"/>
            <a:chExt cx="2850026" cy="633900"/>
          </a:xfrm>
        </p:grpSpPr>
        <p:cxnSp>
          <p:nvCxnSpPr>
            <p:cNvPr id="385" name="Google Shape;385;p17"/>
            <p:cNvCxnSpPr/>
            <p:nvPr/>
          </p:nvCxnSpPr>
          <p:spPr>
            <a:xfrm flipH="1" rot="10800000">
              <a:off x="30956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6" name="Google Shape;386;p17"/>
            <p:cNvCxnSpPr/>
            <p:nvPr/>
          </p:nvCxnSpPr>
          <p:spPr>
            <a:xfrm flipH="1" rot="10800000">
              <a:off x="430160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7" name="Google Shape;387;p17"/>
            <p:cNvCxnSpPr/>
            <p:nvPr/>
          </p:nvCxnSpPr>
          <p:spPr>
            <a:xfrm flipH="1" rot="10800000">
              <a:off x="829364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8" name="Google Shape;388;p17"/>
            <p:cNvCxnSpPr/>
            <p:nvPr/>
          </p:nvCxnSpPr>
          <p:spPr>
            <a:xfrm flipH="1" rot="10800000">
              <a:off x="1228569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9" name="Google Shape;389;p17"/>
            <p:cNvCxnSpPr/>
            <p:nvPr/>
          </p:nvCxnSpPr>
          <p:spPr>
            <a:xfrm flipH="1" rot="10800000">
              <a:off x="1627773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0" name="Google Shape;390;p17"/>
            <p:cNvCxnSpPr/>
            <p:nvPr/>
          </p:nvCxnSpPr>
          <p:spPr>
            <a:xfrm flipH="1" rot="10800000">
              <a:off x="2026977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1" name="Google Shape;391;p17"/>
            <p:cNvCxnSpPr/>
            <p:nvPr/>
          </p:nvCxnSpPr>
          <p:spPr>
            <a:xfrm flipH="1" rot="10800000">
              <a:off x="2426182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92" name="Google Shape;392;p17"/>
          <p:cNvSpPr txBox="1"/>
          <p:nvPr/>
        </p:nvSpPr>
        <p:spPr>
          <a:xfrm>
            <a:off x="1028725" y="1913850"/>
            <a:ext cx="13830600" cy="18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F9FAFB"/>
                </a:solidFill>
                <a:latin typeface="Comfortaa"/>
                <a:ea typeface="Comfortaa"/>
                <a:cs typeface="Comfortaa"/>
                <a:sym typeface="Comfortaa"/>
              </a:rPr>
              <a:t>Исполнитель: Ситёв Роман, RAG Core &amp; Prompt Engineer</a:t>
            </a:r>
            <a:endParaRPr sz="2400">
              <a:solidFill>
                <a:srgbClr val="F9FAFB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9FAFB"/>
                </a:solidFill>
                <a:latin typeface="Comfortaa"/>
                <a:ea typeface="Comfortaa"/>
                <a:cs typeface="Comfortaa"/>
                <a:sym typeface="Comfortaa"/>
              </a:rPr>
              <a:t>Задача: Создать логику диалога, которая превращает найденную информацию в полезный ответ.</a:t>
            </a:r>
            <a:endParaRPr sz="2400">
              <a:solidFill>
                <a:srgbClr val="F9FAFB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93" name="Google Shape;393;p17"/>
          <p:cNvSpPr/>
          <p:nvPr/>
        </p:nvSpPr>
        <p:spPr>
          <a:xfrm>
            <a:off x="1211125" y="3618400"/>
            <a:ext cx="13648200" cy="476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4" name="Google Shape;394;p17"/>
          <p:cNvSpPr txBox="1"/>
          <p:nvPr/>
        </p:nvSpPr>
        <p:spPr>
          <a:xfrm>
            <a:off x="1508725" y="3947275"/>
            <a:ext cx="13053000" cy="49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Что было сделано:</a:t>
            </a:r>
            <a:endParaRPr sz="24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fortaa"/>
              <a:buChar char="●"/>
            </a:pPr>
            <a:r>
              <a:rPr lang="en-US" sz="24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Разработано ядро, интегрирующее поиск по векторной БД и языковую модель.</a:t>
            </a:r>
            <a:endParaRPr sz="24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fortaa"/>
              <a:buChar char="●"/>
            </a:pPr>
            <a:r>
              <a:rPr lang="en-US" sz="24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Созданы умные шаблоны-промпты для разных сценариев: объяснение темы, ответ на вопрос, генерация проверочных заданий.</a:t>
            </a:r>
            <a:endParaRPr sz="24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fortaa"/>
              <a:buChar char="●"/>
            </a:pPr>
            <a:r>
              <a:rPr lang="en-US" sz="24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Реализовано обязательное цитирование источников для прозрачности и доверия.</a:t>
            </a:r>
            <a:br>
              <a:rPr lang="en-US" sz="24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</a:br>
            <a:r>
              <a:rPr lang="en-US" sz="24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Результат: AI-репетитор, который не только знает, но и умеет объяснять.</a:t>
            </a:r>
            <a:endParaRPr sz="24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27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9" name="Google Shape;399;p18"/>
          <p:cNvCxnSpPr/>
          <p:nvPr/>
        </p:nvCxnSpPr>
        <p:spPr>
          <a:xfrm rot="10800000">
            <a:off x="708796" y="5308800"/>
            <a:ext cx="0" cy="4978200"/>
          </a:xfrm>
          <a:prstGeom prst="straightConnector1">
            <a:avLst/>
          </a:prstGeom>
          <a:noFill/>
          <a:ln cap="flat" cmpd="sng" w="38100">
            <a:solidFill>
              <a:srgbClr val="FFBD4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00" name="Google Shape;400;p18"/>
          <p:cNvGrpSpPr/>
          <p:nvPr/>
        </p:nvGrpSpPr>
        <p:grpSpPr>
          <a:xfrm>
            <a:off x="388893" y="9258300"/>
            <a:ext cx="639836" cy="639836"/>
            <a:chOff x="0" y="0"/>
            <a:chExt cx="812800" cy="812800"/>
          </a:xfrm>
        </p:grpSpPr>
        <p:sp>
          <p:nvSpPr>
            <p:cNvPr id="401" name="Google Shape;401;p1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18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3" name="Google Shape;403;p18"/>
          <p:cNvGrpSpPr/>
          <p:nvPr/>
        </p:nvGrpSpPr>
        <p:grpSpPr>
          <a:xfrm>
            <a:off x="457891" y="8567516"/>
            <a:ext cx="501823" cy="501823"/>
            <a:chOff x="0" y="0"/>
            <a:chExt cx="812800" cy="812800"/>
          </a:xfrm>
        </p:grpSpPr>
        <p:sp>
          <p:nvSpPr>
            <p:cNvPr id="404" name="Google Shape;404;p1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18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6" name="Google Shape;406;p18"/>
          <p:cNvGrpSpPr/>
          <p:nvPr/>
        </p:nvGrpSpPr>
        <p:grpSpPr>
          <a:xfrm>
            <a:off x="532694" y="8026338"/>
            <a:ext cx="352186" cy="352186"/>
            <a:chOff x="0" y="0"/>
            <a:chExt cx="812800" cy="812800"/>
          </a:xfrm>
        </p:grpSpPr>
        <p:sp>
          <p:nvSpPr>
            <p:cNvPr id="407" name="Google Shape;407;p1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18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9" name="Google Shape;409;p18"/>
          <p:cNvGrpSpPr/>
          <p:nvPr/>
        </p:nvGrpSpPr>
        <p:grpSpPr>
          <a:xfrm>
            <a:off x="532694" y="4967398"/>
            <a:ext cx="352186" cy="352186"/>
            <a:chOff x="0" y="0"/>
            <a:chExt cx="812800" cy="812800"/>
          </a:xfrm>
        </p:grpSpPr>
        <p:sp>
          <p:nvSpPr>
            <p:cNvPr id="410" name="Google Shape;410;p1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18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2" name="Google Shape;412;p18"/>
          <p:cNvSpPr txBox="1"/>
          <p:nvPr/>
        </p:nvSpPr>
        <p:spPr>
          <a:xfrm>
            <a:off x="1028725" y="699775"/>
            <a:ext cx="15765600" cy="80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800">
                <a:solidFill>
                  <a:srgbClr val="FFBD4C"/>
                </a:solidFill>
                <a:latin typeface="Comfortaa"/>
                <a:ea typeface="Comfortaa"/>
                <a:cs typeface="Comfortaa"/>
                <a:sym typeface="Comfortaa"/>
              </a:rPr>
              <a:t> </a:t>
            </a:r>
            <a:r>
              <a:rPr b="1" lang="en-US" sz="4800">
                <a:solidFill>
                  <a:schemeClr val="accent5"/>
                </a:solidFill>
                <a:latin typeface="Comfortaa"/>
                <a:ea typeface="Comfortaa"/>
                <a:cs typeface="Comfortaa"/>
                <a:sym typeface="Comfortaa"/>
              </a:rPr>
              <a:t>Этап 4 &amp; 5. Доступность: Бэкенд и интерфейс</a:t>
            </a:r>
            <a:endParaRPr b="1" sz="4800">
              <a:solidFill>
                <a:schemeClr val="accent5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800">
              <a:solidFill>
                <a:srgbClr val="FFBD4C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800">
              <a:solidFill>
                <a:srgbClr val="FFBD4C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800">
              <a:solidFill>
                <a:schemeClr val="l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t/>
            </a:r>
            <a:endParaRPr sz="9000">
              <a:solidFill>
                <a:srgbClr val="FFBD4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13" name="Google Shape;413;p18"/>
          <p:cNvGrpSpPr/>
          <p:nvPr/>
        </p:nvGrpSpPr>
        <p:grpSpPr>
          <a:xfrm>
            <a:off x="15590579" y="9749080"/>
            <a:ext cx="2137519" cy="475425"/>
            <a:chOff x="30956" y="22078"/>
            <a:chExt cx="2850026" cy="633900"/>
          </a:xfrm>
        </p:grpSpPr>
        <p:cxnSp>
          <p:nvCxnSpPr>
            <p:cNvPr id="414" name="Google Shape;414;p18"/>
            <p:cNvCxnSpPr/>
            <p:nvPr/>
          </p:nvCxnSpPr>
          <p:spPr>
            <a:xfrm flipH="1" rot="10800000">
              <a:off x="30956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5" name="Google Shape;415;p18"/>
            <p:cNvCxnSpPr/>
            <p:nvPr/>
          </p:nvCxnSpPr>
          <p:spPr>
            <a:xfrm flipH="1" rot="10800000">
              <a:off x="430160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6" name="Google Shape;416;p18"/>
            <p:cNvCxnSpPr/>
            <p:nvPr/>
          </p:nvCxnSpPr>
          <p:spPr>
            <a:xfrm flipH="1" rot="10800000">
              <a:off x="829364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7" name="Google Shape;417;p18"/>
            <p:cNvCxnSpPr/>
            <p:nvPr/>
          </p:nvCxnSpPr>
          <p:spPr>
            <a:xfrm flipH="1" rot="10800000">
              <a:off x="1228569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8" name="Google Shape;418;p18"/>
            <p:cNvCxnSpPr/>
            <p:nvPr/>
          </p:nvCxnSpPr>
          <p:spPr>
            <a:xfrm flipH="1" rot="10800000">
              <a:off x="1627773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9" name="Google Shape;419;p18"/>
            <p:cNvCxnSpPr/>
            <p:nvPr/>
          </p:nvCxnSpPr>
          <p:spPr>
            <a:xfrm flipH="1" rot="10800000">
              <a:off x="2026977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0" name="Google Shape;420;p18"/>
            <p:cNvCxnSpPr/>
            <p:nvPr/>
          </p:nvCxnSpPr>
          <p:spPr>
            <a:xfrm flipH="1" rot="10800000">
              <a:off x="2426182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21" name="Google Shape;421;p18"/>
          <p:cNvSpPr txBox="1"/>
          <p:nvPr/>
        </p:nvSpPr>
        <p:spPr>
          <a:xfrm>
            <a:off x="1028725" y="1913850"/>
            <a:ext cx="13830600" cy="18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rgbClr val="F9FAFB"/>
              </a:solidFill>
              <a:highlight>
                <a:srgbClr val="151517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F9FAFB"/>
                </a:solidFill>
                <a:latin typeface="Comfortaa"/>
                <a:ea typeface="Comfortaa"/>
                <a:cs typeface="Comfortaa"/>
                <a:sym typeface="Comfortaa"/>
              </a:rPr>
              <a:t>Исполнители:</a:t>
            </a:r>
            <a:endParaRPr sz="2400">
              <a:solidFill>
                <a:srgbClr val="F9FAFB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9FAFB"/>
              </a:buClr>
              <a:buSzPts val="2400"/>
              <a:buFont typeface="Roboto"/>
              <a:buChar char="●"/>
            </a:pPr>
            <a:r>
              <a:rPr lang="en-US" sz="2400">
                <a:solidFill>
                  <a:srgbClr val="F9FAFB"/>
                </a:solidFill>
                <a:latin typeface="Comfortaa"/>
                <a:ea typeface="Comfortaa"/>
                <a:cs typeface="Comfortaa"/>
                <a:sym typeface="Comfortaa"/>
              </a:rPr>
              <a:t>Голунов Артем (Backend &amp; API): Разработал сервер на Flask с надежным API (/ask, /generate_questions, /recommend). Обеспечил логирование и безопасность.</a:t>
            </a:r>
            <a:endParaRPr sz="2400">
              <a:solidFill>
                <a:srgbClr val="F9FAFB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400"/>
              <a:buFont typeface="Comfortaa"/>
              <a:buChar char="●"/>
            </a:pPr>
            <a:r>
              <a:rPr lang="en-US" sz="2400">
                <a:solidFill>
                  <a:srgbClr val="F9FAFB"/>
                </a:solidFill>
                <a:latin typeface="Comfortaa"/>
                <a:ea typeface="Comfortaa"/>
                <a:cs typeface="Comfortaa"/>
                <a:sym typeface="Comfortaa"/>
              </a:rPr>
              <a:t>Бикбулатова Айгуль (UI/UX): Создала интуитивно понятный интерфейс Telegram-бота, через который пользователи получают весь функционал.</a:t>
            </a:r>
            <a:endParaRPr sz="2400">
              <a:solidFill>
                <a:srgbClr val="F9FAFB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9FAFB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22" name="Google Shape;422;p18"/>
          <p:cNvSpPr/>
          <p:nvPr/>
        </p:nvSpPr>
        <p:spPr>
          <a:xfrm>
            <a:off x="1119925" y="5417850"/>
            <a:ext cx="12232200" cy="1642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3" name="Google Shape;423;p18"/>
          <p:cNvSpPr txBox="1"/>
          <p:nvPr/>
        </p:nvSpPr>
        <p:spPr>
          <a:xfrm>
            <a:off x="1928800" y="5759100"/>
            <a:ext cx="109599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Результат: Готовый к использованию продукт с простой точкой входа – Telegram.</a:t>
            </a:r>
            <a:endParaRPr sz="2400">
              <a:solidFill>
                <a:srgbClr val="0C0F2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27"/>
        </a:solid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8" name="Google Shape;428;p19"/>
          <p:cNvCxnSpPr/>
          <p:nvPr/>
        </p:nvCxnSpPr>
        <p:spPr>
          <a:xfrm rot="10800000">
            <a:off x="708796" y="5308800"/>
            <a:ext cx="0" cy="4978200"/>
          </a:xfrm>
          <a:prstGeom prst="straightConnector1">
            <a:avLst/>
          </a:prstGeom>
          <a:noFill/>
          <a:ln cap="flat" cmpd="sng" w="38100">
            <a:solidFill>
              <a:srgbClr val="FFBD4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29" name="Google Shape;429;p19"/>
          <p:cNvGrpSpPr/>
          <p:nvPr/>
        </p:nvGrpSpPr>
        <p:grpSpPr>
          <a:xfrm>
            <a:off x="388893" y="9258300"/>
            <a:ext cx="639836" cy="639836"/>
            <a:chOff x="0" y="0"/>
            <a:chExt cx="812800" cy="812800"/>
          </a:xfrm>
        </p:grpSpPr>
        <p:sp>
          <p:nvSpPr>
            <p:cNvPr id="430" name="Google Shape;430;p1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19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2" name="Google Shape;432;p19"/>
          <p:cNvGrpSpPr/>
          <p:nvPr/>
        </p:nvGrpSpPr>
        <p:grpSpPr>
          <a:xfrm>
            <a:off x="457891" y="8567516"/>
            <a:ext cx="501823" cy="501823"/>
            <a:chOff x="0" y="0"/>
            <a:chExt cx="812800" cy="812800"/>
          </a:xfrm>
        </p:grpSpPr>
        <p:sp>
          <p:nvSpPr>
            <p:cNvPr id="433" name="Google Shape;433;p1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19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5" name="Google Shape;435;p19"/>
          <p:cNvGrpSpPr/>
          <p:nvPr/>
        </p:nvGrpSpPr>
        <p:grpSpPr>
          <a:xfrm>
            <a:off x="532694" y="8026338"/>
            <a:ext cx="352186" cy="352186"/>
            <a:chOff x="0" y="0"/>
            <a:chExt cx="812800" cy="812800"/>
          </a:xfrm>
        </p:grpSpPr>
        <p:sp>
          <p:nvSpPr>
            <p:cNvPr id="436" name="Google Shape;436;p1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19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8" name="Google Shape;438;p19"/>
          <p:cNvGrpSpPr/>
          <p:nvPr/>
        </p:nvGrpSpPr>
        <p:grpSpPr>
          <a:xfrm>
            <a:off x="532694" y="4967398"/>
            <a:ext cx="352186" cy="352186"/>
            <a:chOff x="0" y="0"/>
            <a:chExt cx="812800" cy="812800"/>
          </a:xfrm>
        </p:grpSpPr>
        <p:sp>
          <p:nvSpPr>
            <p:cNvPr id="439" name="Google Shape;439;p1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19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1" name="Google Shape;441;p19"/>
          <p:cNvSpPr txBox="1"/>
          <p:nvPr/>
        </p:nvSpPr>
        <p:spPr>
          <a:xfrm>
            <a:off x="1028725" y="699775"/>
            <a:ext cx="15765600" cy="9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800">
                <a:solidFill>
                  <a:schemeClr val="lt2"/>
                </a:solidFill>
                <a:latin typeface="Comfortaa"/>
                <a:ea typeface="Comfortaa"/>
                <a:cs typeface="Comfortaa"/>
                <a:sym typeface="Comfortaa"/>
              </a:rPr>
              <a:t> </a:t>
            </a:r>
            <a:r>
              <a:rPr b="1" lang="en-US" sz="4800">
                <a:solidFill>
                  <a:schemeClr val="lt2"/>
                </a:solidFill>
                <a:latin typeface="Comfortaa"/>
                <a:ea typeface="Comfortaa"/>
                <a:cs typeface="Comfortaa"/>
                <a:sym typeface="Comfortaa"/>
              </a:rPr>
              <a:t>Этап 6. Улучшение опыта: Дополнительные функции</a:t>
            </a:r>
            <a:endParaRPr b="1" sz="4800">
              <a:solidFill>
                <a:schemeClr val="l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800">
              <a:solidFill>
                <a:schemeClr val="accent5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800">
              <a:solidFill>
                <a:srgbClr val="FFBD4C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800">
              <a:solidFill>
                <a:srgbClr val="FFBD4C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800">
              <a:solidFill>
                <a:schemeClr val="l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t/>
            </a:r>
            <a:endParaRPr sz="9000">
              <a:solidFill>
                <a:srgbClr val="FFBD4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42" name="Google Shape;442;p19"/>
          <p:cNvGrpSpPr/>
          <p:nvPr/>
        </p:nvGrpSpPr>
        <p:grpSpPr>
          <a:xfrm>
            <a:off x="15590579" y="9749080"/>
            <a:ext cx="2137519" cy="475425"/>
            <a:chOff x="30956" y="22078"/>
            <a:chExt cx="2850026" cy="633900"/>
          </a:xfrm>
        </p:grpSpPr>
        <p:cxnSp>
          <p:nvCxnSpPr>
            <p:cNvPr id="443" name="Google Shape;443;p19"/>
            <p:cNvCxnSpPr/>
            <p:nvPr/>
          </p:nvCxnSpPr>
          <p:spPr>
            <a:xfrm flipH="1" rot="10800000">
              <a:off x="30956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4" name="Google Shape;444;p19"/>
            <p:cNvCxnSpPr/>
            <p:nvPr/>
          </p:nvCxnSpPr>
          <p:spPr>
            <a:xfrm flipH="1" rot="10800000">
              <a:off x="430160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5" name="Google Shape;445;p19"/>
            <p:cNvCxnSpPr/>
            <p:nvPr/>
          </p:nvCxnSpPr>
          <p:spPr>
            <a:xfrm flipH="1" rot="10800000">
              <a:off x="829364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6" name="Google Shape;446;p19"/>
            <p:cNvCxnSpPr/>
            <p:nvPr/>
          </p:nvCxnSpPr>
          <p:spPr>
            <a:xfrm flipH="1" rot="10800000">
              <a:off x="1228569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7" name="Google Shape;447;p19"/>
            <p:cNvCxnSpPr/>
            <p:nvPr/>
          </p:nvCxnSpPr>
          <p:spPr>
            <a:xfrm flipH="1" rot="10800000">
              <a:off x="1627773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8" name="Google Shape;448;p19"/>
            <p:cNvCxnSpPr/>
            <p:nvPr/>
          </p:nvCxnSpPr>
          <p:spPr>
            <a:xfrm flipH="1" rot="10800000">
              <a:off x="2026977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9" name="Google Shape;449;p19"/>
            <p:cNvCxnSpPr/>
            <p:nvPr/>
          </p:nvCxnSpPr>
          <p:spPr>
            <a:xfrm flipH="1" rot="10800000">
              <a:off x="2426182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50" name="Google Shape;450;p19"/>
          <p:cNvSpPr txBox="1"/>
          <p:nvPr/>
        </p:nvSpPr>
        <p:spPr>
          <a:xfrm>
            <a:off x="1028725" y="2935575"/>
            <a:ext cx="13830600" cy="11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Исполнитель: Булахов Юрий, Advanced Features &amp; UI Integration Developer</a:t>
            </a:r>
            <a:endParaRPr sz="24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Задача: Превратить репетитора из справочника в активного помощника.</a:t>
            </a:r>
            <a:endParaRPr sz="24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51" name="Google Shape;451;p19"/>
          <p:cNvSpPr/>
          <p:nvPr/>
        </p:nvSpPr>
        <p:spPr>
          <a:xfrm>
            <a:off x="1028725" y="4309250"/>
            <a:ext cx="13648200" cy="497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2" name="Google Shape;452;p19"/>
          <p:cNvSpPr txBox="1"/>
          <p:nvPr/>
        </p:nvSpPr>
        <p:spPr>
          <a:xfrm>
            <a:off x="1420450" y="4530475"/>
            <a:ext cx="12948600" cy="51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Что было сделано:</a:t>
            </a:r>
            <a:endParaRPr sz="2300">
              <a:solidFill>
                <a:srgbClr val="0C0F27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C0F27"/>
              </a:buClr>
              <a:buSzPts val="2300"/>
              <a:buFont typeface="Comfortaa"/>
              <a:buChar char="●"/>
            </a:pPr>
            <a:r>
              <a:rPr lang="en-US" sz="23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Спроектирована продуктовая модель и пользовательские сценарии: два режима работы (обычный и SkillUp) с четким разделением функционала</a:t>
            </a:r>
            <a:endParaRPr sz="2300">
              <a:solidFill>
                <a:srgbClr val="0C0F27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0F27"/>
              </a:buClr>
              <a:buSzPts val="2300"/>
              <a:buFont typeface="Comfortaa"/>
              <a:buChar char="●"/>
            </a:pPr>
            <a:r>
              <a:rPr lang="en-US" sz="23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Разработана архитектура взаимодействия через интерактивные кнопки: пользователь выбирает режим → email → навык → действия, без необходимости вводить команды</a:t>
            </a:r>
            <a:endParaRPr sz="2300">
              <a:solidFill>
                <a:srgbClr val="0C0F27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0F27"/>
              </a:buClr>
              <a:buSzPts val="2300"/>
              <a:buFont typeface="Comfortaa"/>
              <a:buChar char="●"/>
            </a:pPr>
            <a:r>
              <a:rPr lang="en-US" sz="23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Создана система контекстных кнопок: каждый экран адаптируется под текущее состояние пользователя</a:t>
            </a:r>
            <a:endParaRPr sz="2300">
              <a:solidFill>
                <a:srgbClr val="0C0F27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0F27"/>
              </a:buClr>
              <a:buSzPts val="2300"/>
              <a:buFont typeface="Comfortaa"/>
              <a:buChar char="●"/>
            </a:pPr>
            <a:r>
              <a:rPr lang="en-US" sz="23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Реализован механизм активного навыка: после выбора все кнопки и действия автоматически привязаны к нему</a:t>
            </a:r>
            <a:endParaRPr sz="2300">
              <a:solidFill>
                <a:srgbClr val="0C0F27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27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7" name="Google Shape;457;p20"/>
          <p:cNvCxnSpPr/>
          <p:nvPr/>
        </p:nvCxnSpPr>
        <p:spPr>
          <a:xfrm rot="10800000">
            <a:off x="708796" y="5308800"/>
            <a:ext cx="0" cy="4978200"/>
          </a:xfrm>
          <a:prstGeom prst="straightConnector1">
            <a:avLst/>
          </a:prstGeom>
          <a:noFill/>
          <a:ln cap="flat" cmpd="sng" w="38100">
            <a:solidFill>
              <a:srgbClr val="FFBD4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58" name="Google Shape;458;p20"/>
          <p:cNvGrpSpPr/>
          <p:nvPr/>
        </p:nvGrpSpPr>
        <p:grpSpPr>
          <a:xfrm>
            <a:off x="388893" y="9258300"/>
            <a:ext cx="639836" cy="639836"/>
            <a:chOff x="0" y="0"/>
            <a:chExt cx="812800" cy="812800"/>
          </a:xfrm>
        </p:grpSpPr>
        <p:sp>
          <p:nvSpPr>
            <p:cNvPr id="459" name="Google Shape;459;p2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20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1" name="Google Shape;461;p20"/>
          <p:cNvGrpSpPr/>
          <p:nvPr/>
        </p:nvGrpSpPr>
        <p:grpSpPr>
          <a:xfrm>
            <a:off x="457891" y="8567516"/>
            <a:ext cx="501823" cy="501823"/>
            <a:chOff x="0" y="0"/>
            <a:chExt cx="812800" cy="812800"/>
          </a:xfrm>
        </p:grpSpPr>
        <p:sp>
          <p:nvSpPr>
            <p:cNvPr id="462" name="Google Shape;462;p2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20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4" name="Google Shape;464;p20"/>
          <p:cNvGrpSpPr/>
          <p:nvPr/>
        </p:nvGrpSpPr>
        <p:grpSpPr>
          <a:xfrm>
            <a:off x="532694" y="8026338"/>
            <a:ext cx="352186" cy="352186"/>
            <a:chOff x="0" y="0"/>
            <a:chExt cx="812800" cy="812800"/>
          </a:xfrm>
        </p:grpSpPr>
        <p:sp>
          <p:nvSpPr>
            <p:cNvPr id="465" name="Google Shape;465;p2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20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7" name="Google Shape;467;p20"/>
          <p:cNvGrpSpPr/>
          <p:nvPr/>
        </p:nvGrpSpPr>
        <p:grpSpPr>
          <a:xfrm>
            <a:off x="532694" y="4967398"/>
            <a:ext cx="352186" cy="352186"/>
            <a:chOff x="0" y="0"/>
            <a:chExt cx="812800" cy="812800"/>
          </a:xfrm>
        </p:grpSpPr>
        <p:sp>
          <p:nvSpPr>
            <p:cNvPr id="468" name="Google Shape;468;p2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20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0" name="Google Shape;470;p20"/>
          <p:cNvSpPr txBox="1"/>
          <p:nvPr/>
        </p:nvSpPr>
        <p:spPr>
          <a:xfrm>
            <a:off x="1028725" y="699775"/>
            <a:ext cx="15765600" cy="9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800">
                <a:solidFill>
                  <a:schemeClr val="lt2"/>
                </a:solidFill>
                <a:latin typeface="Comfortaa"/>
                <a:ea typeface="Comfortaa"/>
                <a:cs typeface="Comfortaa"/>
                <a:sym typeface="Comfortaa"/>
              </a:rPr>
              <a:t>Этап 7. Готовый продукт: Интеграция и тестирование</a:t>
            </a:r>
            <a:endParaRPr b="1" sz="4800">
              <a:solidFill>
                <a:schemeClr val="l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800">
              <a:solidFill>
                <a:srgbClr val="FFBD4C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800">
              <a:solidFill>
                <a:srgbClr val="FFBD4C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800">
              <a:solidFill>
                <a:srgbClr val="FFBD4C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800">
              <a:solidFill>
                <a:schemeClr val="l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t/>
            </a:r>
            <a:endParaRPr sz="9000">
              <a:solidFill>
                <a:srgbClr val="FFBD4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71" name="Google Shape;471;p20"/>
          <p:cNvGrpSpPr/>
          <p:nvPr/>
        </p:nvGrpSpPr>
        <p:grpSpPr>
          <a:xfrm>
            <a:off x="15590579" y="9749080"/>
            <a:ext cx="2137519" cy="475425"/>
            <a:chOff x="30956" y="22078"/>
            <a:chExt cx="2850026" cy="633900"/>
          </a:xfrm>
        </p:grpSpPr>
        <p:cxnSp>
          <p:nvCxnSpPr>
            <p:cNvPr id="472" name="Google Shape;472;p20"/>
            <p:cNvCxnSpPr/>
            <p:nvPr/>
          </p:nvCxnSpPr>
          <p:spPr>
            <a:xfrm flipH="1" rot="10800000">
              <a:off x="30956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3" name="Google Shape;473;p20"/>
            <p:cNvCxnSpPr/>
            <p:nvPr/>
          </p:nvCxnSpPr>
          <p:spPr>
            <a:xfrm flipH="1" rot="10800000">
              <a:off x="430160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4" name="Google Shape;474;p20"/>
            <p:cNvCxnSpPr/>
            <p:nvPr/>
          </p:nvCxnSpPr>
          <p:spPr>
            <a:xfrm flipH="1" rot="10800000">
              <a:off x="829364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5" name="Google Shape;475;p20"/>
            <p:cNvCxnSpPr/>
            <p:nvPr/>
          </p:nvCxnSpPr>
          <p:spPr>
            <a:xfrm flipH="1" rot="10800000">
              <a:off x="1228569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6" name="Google Shape;476;p20"/>
            <p:cNvCxnSpPr/>
            <p:nvPr/>
          </p:nvCxnSpPr>
          <p:spPr>
            <a:xfrm flipH="1" rot="10800000">
              <a:off x="1627773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7" name="Google Shape;477;p20"/>
            <p:cNvCxnSpPr/>
            <p:nvPr/>
          </p:nvCxnSpPr>
          <p:spPr>
            <a:xfrm flipH="1" rot="10800000">
              <a:off x="2026977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8" name="Google Shape;478;p20"/>
            <p:cNvCxnSpPr/>
            <p:nvPr/>
          </p:nvCxnSpPr>
          <p:spPr>
            <a:xfrm flipH="1" rot="10800000">
              <a:off x="2426182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79" name="Google Shape;479;p20"/>
          <p:cNvSpPr txBox="1"/>
          <p:nvPr/>
        </p:nvSpPr>
        <p:spPr>
          <a:xfrm>
            <a:off x="1028725" y="2799400"/>
            <a:ext cx="13830600" cy="18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F9FAFB"/>
                </a:solidFill>
                <a:latin typeface="Comfortaa"/>
                <a:ea typeface="Comfortaa"/>
                <a:cs typeface="Comfortaa"/>
                <a:sym typeface="Comfortaa"/>
              </a:rPr>
              <a:t>Исполнитель: Ворошнина Анна, Integration, Testing &amp; Demo Manager</a:t>
            </a:r>
            <a:endParaRPr sz="2400">
              <a:solidFill>
                <a:srgbClr val="F9FAFB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9FAFB"/>
                </a:solidFill>
                <a:latin typeface="Comfortaa"/>
                <a:ea typeface="Comfortaa"/>
                <a:cs typeface="Comfortaa"/>
                <a:sym typeface="Comfortaa"/>
              </a:rPr>
              <a:t>Задача: Свести все компоненты в единое, стабильное решение и подготовить его к внедрению.</a:t>
            </a:r>
            <a:endParaRPr sz="2400">
              <a:solidFill>
                <a:srgbClr val="F9FAFB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80" name="Google Shape;480;p20"/>
          <p:cNvSpPr/>
          <p:nvPr/>
        </p:nvSpPr>
        <p:spPr>
          <a:xfrm>
            <a:off x="1028725" y="4309250"/>
            <a:ext cx="13648200" cy="3301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1" name="Google Shape;481;p20"/>
          <p:cNvSpPr txBox="1"/>
          <p:nvPr/>
        </p:nvSpPr>
        <p:spPr>
          <a:xfrm>
            <a:off x="1326325" y="4486800"/>
            <a:ext cx="13053000" cy="49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Что было сделано:</a:t>
            </a:r>
            <a:endParaRPr sz="2400">
              <a:solidFill>
                <a:srgbClr val="0C0F27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C0F27"/>
              </a:buClr>
              <a:buSzPts val="2400"/>
              <a:buFont typeface="Comfortaa"/>
              <a:buChar char="●"/>
            </a:pPr>
            <a: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Сквозная сборка и тестирование всего пайплайна.</a:t>
            </a:r>
            <a:endParaRPr sz="2400">
              <a:solidFill>
                <a:srgbClr val="0C0F27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0F27"/>
              </a:buClr>
              <a:buSzPts val="2400"/>
              <a:buFont typeface="Comfortaa"/>
              <a:buChar char="●"/>
            </a:pPr>
            <a: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Написана полная документация (README, инструкции по запуску).</a:t>
            </a:r>
            <a:endParaRPr sz="2400">
              <a:solidFill>
                <a:srgbClr val="0C0F27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0F27"/>
              </a:buClr>
              <a:buSzPts val="2400"/>
              <a:buFont typeface="Comfortaa"/>
              <a:buChar char="●"/>
            </a:pPr>
            <a: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Подготовлена демо-среда и данная презентация.</a:t>
            </a:r>
            <a:b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</a:br>
            <a: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Результат: Полностью работоспособный MVP, готовый к демонстрации заказчику.</a:t>
            </a:r>
            <a:endParaRPr sz="2400">
              <a:solidFill>
                <a:srgbClr val="0C0F27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27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6" name="Google Shape;48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89546" y="5181309"/>
            <a:ext cx="593850" cy="2987617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21"/>
          <p:cNvSpPr txBox="1"/>
          <p:nvPr/>
        </p:nvSpPr>
        <p:spPr>
          <a:xfrm>
            <a:off x="896575" y="1425600"/>
            <a:ext cx="120669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80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Ключевые метрики и результаты</a:t>
            </a:r>
            <a:endParaRPr b="1" sz="480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t/>
            </a:r>
            <a:endParaRPr sz="9000">
              <a:solidFill>
                <a:srgbClr val="FFBD4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88" name="Google Shape;488;p21"/>
          <p:cNvCxnSpPr/>
          <p:nvPr/>
        </p:nvCxnSpPr>
        <p:spPr>
          <a:xfrm>
            <a:off x="0" y="813642"/>
            <a:ext cx="7948735" cy="0"/>
          </a:xfrm>
          <a:prstGeom prst="straightConnector1">
            <a:avLst/>
          </a:prstGeom>
          <a:noFill/>
          <a:ln cap="flat" cmpd="sng" w="38100">
            <a:solidFill>
              <a:srgbClr val="FFBD4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89" name="Google Shape;489;p21"/>
          <p:cNvGrpSpPr/>
          <p:nvPr/>
        </p:nvGrpSpPr>
        <p:grpSpPr>
          <a:xfrm>
            <a:off x="896603" y="493738"/>
            <a:ext cx="1871770" cy="639807"/>
            <a:chOff x="0" y="0"/>
            <a:chExt cx="2495693" cy="853076"/>
          </a:xfrm>
        </p:grpSpPr>
        <p:grpSp>
          <p:nvGrpSpPr>
            <p:cNvPr id="490" name="Google Shape;490;p21"/>
            <p:cNvGrpSpPr/>
            <p:nvPr/>
          </p:nvGrpSpPr>
          <p:grpSpPr>
            <a:xfrm rot="5400000">
              <a:off x="0" y="0"/>
              <a:ext cx="853076" cy="853076"/>
              <a:chOff x="0" y="0"/>
              <a:chExt cx="812800" cy="812800"/>
            </a:xfrm>
          </p:grpSpPr>
          <p:sp>
            <p:nvSpPr>
              <p:cNvPr id="491" name="Google Shape;491;p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4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21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3" name="Google Shape;493;p21"/>
            <p:cNvGrpSpPr/>
            <p:nvPr/>
          </p:nvGrpSpPr>
          <p:grpSpPr>
            <a:xfrm rot="5400000">
              <a:off x="1105041" y="91998"/>
              <a:ext cx="669081" cy="669081"/>
              <a:chOff x="0" y="0"/>
              <a:chExt cx="812800" cy="812800"/>
            </a:xfrm>
          </p:grpSpPr>
          <p:sp>
            <p:nvSpPr>
              <p:cNvPr id="494" name="Google Shape;494;p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4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5" name="Google Shape;495;p21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6" name="Google Shape;496;p21"/>
            <p:cNvGrpSpPr/>
            <p:nvPr/>
          </p:nvGrpSpPr>
          <p:grpSpPr>
            <a:xfrm rot="5400000">
              <a:off x="2026087" y="191735"/>
              <a:ext cx="469606" cy="469606"/>
              <a:chOff x="0" y="0"/>
              <a:chExt cx="812800" cy="812800"/>
            </a:xfrm>
          </p:grpSpPr>
          <p:sp>
            <p:nvSpPr>
              <p:cNvPr id="497" name="Google Shape;497;p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4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8" name="Google Shape;498;p21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99" name="Google Shape;499;p21"/>
          <p:cNvGrpSpPr/>
          <p:nvPr/>
        </p:nvGrpSpPr>
        <p:grpSpPr>
          <a:xfrm rot="5400000">
            <a:off x="7796313" y="637540"/>
            <a:ext cx="352204" cy="352204"/>
            <a:chOff x="0" y="0"/>
            <a:chExt cx="812800" cy="812800"/>
          </a:xfrm>
        </p:grpSpPr>
        <p:sp>
          <p:nvSpPr>
            <p:cNvPr id="500" name="Google Shape;500;p2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2" name="Google Shape;502;p21"/>
          <p:cNvGrpSpPr/>
          <p:nvPr/>
        </p:nvGrpSpPr>
        <p:grpSpPr>
          <a:xfrm>
            <a:off x="15618305" y="1755"/>
            <a:ext cx="2137482" cy="475324"/>
            <a:chOff x="30956" y="22212"/>
            <a:chExt cx="2849976" cy="633766"/>
          </a:xfrm>
        </p:grpSpPr>
        <p:cxnSp>
          <p:nvCxnSpPr>
            <p:cNvPr id="503" name="Google Shape;503;p21"/>
            <p:cNvCxnSpPr/>
            <p:nvPr/>
          </p:nvCxnSpPr>
          <p:spPr>
            <a:xfrm flipH="1" rot="10800000">
              <a:off x="30956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4" name="Google Shape;504;p21"/>
            <p:cNvCxnSpPr/>
            <p:nvPr/>
          </p:nvCxnSpPr>
          <p:spPr>
            <a:xfrm flipH="1" rot="10800000">
              <a:off x="430160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5" name="Google Shape;505;p21"/>
            <p:cNvCxnSpPr/>
            <p:nvPr/>
          </p:nvCxnSpPr>
          <p:spPr>
            <a:xfrm flipH="1" rot="10800000">
              <a:off x="829364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6" name="Google Shape;506;p21"/>
            <p:cNvCxnSpPr/>
            <p:nvPr/>
          </p:nvCxnSpPr>
          <p:spPr>
            <a:xfrm flipH="1" rot="10800000">
              <a:off x="1228569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7" name="Google Shape;507;p21"/>
            <p:cNvCxnSpPr/>
            <p:nvPr/>
          </p:nvCxnSpPr>
          <p:spPr>
            <a:xfrm flipH="1" rot="10800000">
              <a:off x="1627773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8" name="Google Shape;508;p21"/>
            <p:cNvCxnSpPr/>
            <p:nvPr/>
          </p:nvCxnSpPr>
          <p:spPr>
            <a:xfrm flipH="1" rot="10800000">
              <a:off x="2026977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9" name="Google Shape;509;p21"/>
            <p:cNvCxnSpPr/>
            <p:nvPr/>
          </p:nvCxnSpPr>
          <p:spPr>
            <a:xfrm flipH="1" rot="10800000">
              <a:off x="2426182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10" name="Google Shape;510;p21"/>
          <p:cNvGrpSpPr/>
          <p:nvPr/>
        </p:nvGrpSpPr>
        <p:grpSpPr>
          <a:xfrm rot="5400000">
            <a:off x="-814419" y="7426244"/>
            <a:ext cx="2137482" cy="475324"/>
            <a:chOff x="30956" y="22212"/>
            <a:chExt cx="2849976" cy="633766"/>
          </a:xfrm>
        </p:grpSpPr>
        <p:cxnSp>
          <p:nvCxnSpPr>
            <p:cNvPr id="511" name="Google Shape;511;p21"/>
            <p:cNvCxnSpPr/>
            <p:nvPr/>
          </p:nvCxnSpPr>
          <p:spPr>
            <a:xfrm flipH="1" rot="10800000">
              <a:off x="30956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2" name="Google Shape;512;p21"/>
            <p:cNvCxnSpPr/>
            <p:nvPr/>
          </p:nvCxnSpPr>
          <p:spPr>
            <a:xfrm flipH="1" rot="10800000">
              <a:off x="430160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3" name="Google Shape;513;p21"/>
            <p:cNvCxnSpPr/>
            <p:nvPr/>
          </p:nvCxnSpPr>
          <p:spPr>
            <a:xfrm flipH="1" rot="10800000">
              <a:off x="829364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4" name="Google Shape;514;p21"/>
            <p:cNvCxnSpPr/>
            <p:nvPr/>
          </p:nvCxnSpPr>
          <p:spPr>
            <a:xfrm flipH="1" rot="10800000">
              <a:off x="1228569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5" name="Google Shape;515;p21"/>
            <p:cNvCxnSpPr/>
            <p:nvPr/>
          </p:nvCxnSpPr>
          <p:spPr>
            <a:xfrm flipH="1" rot="10800000">
              <a:off x="1627773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6" name="Google Shape;516;p21"/>
            <p:cNvCxnSpPr/>
            <p:nvPr/>
          </p:nvCxnSpPr>
          <p:spPr>
            <a:xfrm flipH="1" rot="10800000">
              <a:off x="2026977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7" name="Google Shape;517;p21"/>
            <p:cNvCxnSpPr/>
            <p:nvPr/>
          </p:nvCxnSpPr>
          <p:spPr>
            <a:xfrm flipH="1" rot="10800000">
              <a:off x="2426182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18" name="Google Shape;518;p21"/>
          <p:cNvSpPr/>
          <p:nvPr/>
        </p:nvSpPr>
        <p:spPr>
          <a:xfrm>
            <a:off x="956950" y="2863350"/>
            <a:ext cx="11273700" cy="45603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9" name="Google Shape;519;p21"/>
          <p:cNvSpPr txBox="1"/>
          <p:nvPr/>
        </p:nvSpPr>
        <p:spPr>
          <a:xfrm>
            <a:off x="1659475" y="3289450"/>
            <a:ext cx="10541100" cy="43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C0F27"/>
              </a:buClr>
              <a:buSzPts val="2400"/>
              <a:buFont typeface="Comfortaa"/>
              <a:buChar char="●"/>
            </a:pPr>
            <a: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Обработано материалов: 692 смысловых чанка из руководств </a:t>
            </a:r>
            <a:r>
              <a:rPr lang="en-US" sz="2400">
                <a:solidFill>
                  <a:srgbClr val="0C0F27"/>
                </a:solidFill>
                <a:uFill>
                  <a:noFill/>
                </a:uFill>
                <a:latin typeface="Comfortaa"/>
                <a:ea typeface="Comfortaa"/>
                <a:cs typeface="Comfortaa"/>
                <a:sym typeface="Comforta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Cloud.ru</a:t>
            </a:r>
            <a: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 Evolution.</a:t>
            </a:r>
            <a:endParaRPr sz="2400">
              <a:solidFill>
                <a:srgbClr val="0C0F27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0F27"/>
              </a:buClr>
              <a:buSzPts val="2400"/>
              <a:buFont typeface="Comfortaa"/>
              <a:buChar char="●"/>
            </a:pPr>
            <a: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Точность поиска: Подобрана и внедрена модель эмбеддингов с качеством 0.857.</a:t>
            </a:r>
            <a:endParaRPr sz="2400">
              <a:solidFill>
                <a:srgbClr val="0C0F27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0F27"/>
              </a:buClr>
              <a:buSzPts val="2400"/>
              <a:buFont typeface="Comfortaa"/>
              <a:buChar char="●"/>
            </a:pPr>
            <a: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Функциональность: Ответы на вопросы, генерация тестов, рекомендации, цитирование источников.</a:t>
            </a:r>
            <a:endParaRPr sz="2400">
              <a:solidFill>
                <a:srgbClr val="0C0F27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0F27"/>
              </a:buClr>
              <a:buSzPts val="2400"/>
              <a:buFont typeface="Comfortaa"/>
              <a:buChar char="●"/>
            </a:pPr>
            <a: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Канал доставки: Удобный Telegram-бот.</a:t>
            </a:r>
            <a:endParaRPr sz="2400">
              <a:solidFill>
                <a:srgbClr val="0C0F27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0F27"/>
              </a:buClr>
              <a:buSzPts val="2400"/>
              <a:buFont typeface="Comfortaa"/>
              <a:buChar char="●"/>
            </a:pPr>
            <a: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Архитектура: Масштабируемый RAG-пайплайн, готовый к подключению новых учебных курсов.</a:t>
            </a:r>
            <a:endParaRPr sz="2400">
              <a:solidFill>
                <a:srgbClr val="0C0F27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27"/>
        </a:solidFill>
      </p:bgPr>
    </p:bg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4" name="Google Shape;5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89546" y="5181309"/>
            <a:ext cx="593850" cy="2987617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22"/>
          <p:cNvSpPr txBox="1"/>
          <p:nvPr/>
        </p:nvSpPr>
        <p:spPr>
          <a:xfrm>
            <a:off x="896575" y="1425600"/>
            <a:ext cx="148284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80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Пользовательский интерфейс</a:t>
            </a:r>
            <a:endParaRPr b="1" sz="480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t/>
            </a:r>
            <a:endParaRPr sz="9000">
              <a:solidFill>
                <a:srgbClr val="FFBD4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26" name="Google Shape;526;p22"/>
          <p:cNvCxnSpPr/>
          <p:nvPr/>
        </p:nvCxnSpPr>
        <p:spPr>
          <a:xfrm>
            <a:off x="0" y="813642"/>
            <a:ext cx="7948800" cy="0"/>
          </a:xfrm>
          <a:prstGeom prst="straightConnector1">
            <a:avLst/>
          </a:prstGeom>
          <a:noFill/>
          <a:ln cap="flat" cmpd="sng" w="38100">
            <a:solidFill>
              <a:srgbClr val="FFBD4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27" name="Google Shape;527;p22"/>
          <p:cNvGrpSpPr/>
          <p:nvPr/>
        </p:nvGrpSpPr>
        <p:grpSpPr>
          <a:xfrm>
            <a:off x="896574" y="493738"/>
            <a:ext cx="1871799" cy="639836"/>
            <a:chOff x="-39" y="0"/>
            <a:chExt cx="2495732" cy="853115"/>
          </a:xfrm>
        </p:grpSpPr>
        <p:grpSp>
          <p:nvGrpSpPr>
            <p:cNvPr id="528" name="Google Shape;528;p22"/>
            <p:cNvGrpSpPr/>
            <p:nvPr/>
          </p:nvGrpSpPr>
          <p:grpSpPr>
            <a:xfrm rot="5400000">
              <a:off x="-39" y="0"/>
              <a:ext cx="853115" cy="853115"/>
              <a:chOff x="0" y="0"/>
              <a:chExt cx="812800" cy="812800"/>
            </a:xfrm>
          </p:grpSpPr>
          <p:sp>
            <p:nvSpPr>
              <p:cNvPr id="529" name="Google Shape;529;p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4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0" name="Google Shape;530;p22"/>
              <p:cNvSpPr txBox="1"/>
              <p:nvPr/>
            </p:nvSpPr>
            <p:spPr>
              <a:xfrm>
                <a:off x="76200" y="19050"/>
                <a:ext cx="660300" cy="71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1" name="Google Shape;531;p22"/>
            <p:cNvGrpSpPr/>
            <p:nvPr/>
          </p:nvGrpSpPr>
          <p:grpSpPr>
            <a:xfrm rot="5400000">
              <a:off x="1105025" y="91998"/>
              <a:ext cx="669097" cy="669097"/>
              <a:chOff x="0" y="0"/>
              <a:chExt cx="812800" cy="812800"/>
            </a:xfrm>
          </p:grpSpPr>
          <p:sp>
            <p:nvSpPr>
              <p:cNvPr id="532" name="Google Shape;532;p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4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3" name="Google Shape;533;p22"/>
              <p:cNvSpPr txBox="1"/>
              <p:nvPr/>
            </p:nvSpPr>
            <p:spPr>
              <a:xfrm>
                <a:off x="76200" y="19050"/>
                <a:ext cx="660300" cy="71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4" name="Google Shape;534;p22"/>
            <p:cNvGrpSpPr/>
            <p:nvPr/>
          </p:nvGrpSpPr>
          <p:grpSpPr>
            <a:xfrm rot="5400000">
              <a:off x="2026057" y="191735"/>
              <a:ext cx="469636" cy="469636"/>
              <a:chOff x="0" y="0"/>
              <a:chExt cx="812800" cy="812800"/>
            </a:xfrm>
          </p:grpSpPr>
          <p:sp>
            <p:nvSpPr>
              <p:cNvPr id="535" name="Google Shape;535;p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4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6" name="Google Shape;536;p22"/>
              <p:cNvSpPr txBox="1"/>
              <p:nvPr/>
            </p:nvSpPr>
            <p:spPr>
              <a:xfrm>
                <a:off x="76200" y="19050"/>
                <a:ext cx="660300" cy="71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37" name="Google Shape;537;p22"/>
          <p:cNvGrpSpPr/>
          <p:nvPr/>
        </p:nvGrpSpPr>
        <p:grpSpPr>
          <a:xfrm rot="5400000">
            <a:off x="7796331" y="637540"/>
            <a:ext cx="352186" cy="352186"/>
            <a:chOff x="0" y="0"/>
            <a:chExt cx="812800" cy="812800"/>
          </a:xfrm>
        </p:grpSpPr>
        <p:sp>
          <p:nvSpPr>
            <p:cNvPr id="538" name="Google Shape;538;p2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22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0" name="Google Shape;540;p22"/>
          <p:cNvGrpSpPr/>
          <p:nvPr/>
        </p:nvGrpSpPr>
        <p:grpSpPr>
          <a:xfrm>
            <a:off x="15618305" y="1655"/>
            <a:ext cx="2137519" cy="475425"/>
            <a:chOff x="30956" y="22078"/>
            <a:chExt cx="2850026" cy="633900"/>
          </a:xfrm>
        </p:grpSpPr>
        <p:cxnSp>
          <p:nvCxnSpPr>
            <p:cNvPr id="541" name="Google Shape;541;p22"/>
            <p:cNvCxnSpPr/>
            <p:nvPr/>
          </p:nvCxnSpPr>
          <p:spPr>
            <a:xfrm flipH="1" rot="10800000">
              <a:off x="30956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2" name="Google Shape;542;p22"/>
            <p:cNvCxnSpPr/>
            <p:nvPr/>
          </p:nvCxnSpPr>
          <p:spPr>
            <a:xfrm flipH="1" rot="10800000">
              <a:off x="430160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3" name="Google Shape;543;p22"/>
            <p:cNvCxnSpPr/>
            <p:nvPr/>
          </p:nvCxnSpPr>
          <p:spPr>
            <a:xfrm flipH="1" rot="10800000">
              <a:off x="829364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4" name="Google Shape;544;p22"/>
            <p:cNvCxnSpPr/>
            <p:nvPr/>
          </p:nvCxnSpPr>
          <p:spPr>
            <a:xfrm flipH="1" rot="10800000">
              <a:off x="1228569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5" name="Google Shape;545;p22"/>
            <p:cNvCxnSpPr/>
            <p:nvPr/>
          </p:nvCxnSpPr>
          <p:spPr>
            <a:xfrm flipH="1" rot="10800000">
              <a:off x="1627773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6" name="Google Shape;546;p22"/>
            <p:cNvCxnSpPr/>
            <p:nvPr/>
          </p:nvCxnSpPr>
          <p:spPr>
            <a:xfrm flipH="1" rot="10800000">
              <a:off x="2026977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7" name="Google Shape;547;p22"/>
            <p:cNvCxnSpPr/>
            <p:nvPr/>
          </p:nvCxnSpPr>
          <p:spPr>
            <a:xfrm flipH="1" rot="10800000">
              <a:off x="2426182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48" name="Google Shape;548;p22"/>
          <p:cNvGrpSpPr/>
          <p:nvPr/>
        </p:nvGrpSpPr>
        <p:grpSpPr>
          <a:xfrm rot="5400000">
            <a:off x="-814388" y="7426212"/>
            <a:ext cx="2137520" cy="475425"/>
            <a:chOff x="30956" y="22078"/>
            <a:chExt cx="2850026" cy="633900"/>
          </a:xfrm>
        </p:grpSpPr>
        <p:cxnSp>
          <p:nvCxnSpPr>
            <p:cNvPr id="549" name="Google Shape;549;p22"/>
            <p:cNvCxnSpPr/>
            <p:nvPr/>
          </p:nvCxnSpPr>
          <p:spPr>
            <a:xfrm flipH="1" rot="10800000">
              <a:off x="30956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0" name="Google Shape;550;p22"/>
            <p:cNvCxnSpPr/>
            <p:nvPr/>
          </p:nvCxnSpPr>
          <p:spPr>
            <a:xfrm flipH="1" rot="10800000">
              <a:off x="430160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1" name="Google Shape;551;p22"/>
            <p:cNvCxnSpPr/>
            <p:nvPr/>
          </p:nvCxnSpPr>
          <p:spPr>
            <a:xfrm flipH="1" rot="10800000">
              <a:off x="829364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2" name="Google Shape;552;p22"/>
            <p:cNvCxnSpPr/>
            <p:nvPr/>
          </p:nvCxnSpPr>
          <p:spPr>
            <a:xfrm flipH="1" rot="10800000">
              <a:off x="1228569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3" name="Google Shape;553;p22"/>
            <p:cNvCxnSpPr/>
            <p:nvPr/>
          </p:nvCxnSpPr>
          <p:spPr>
            <a:xfrm flipH="1" rot="10800000">
              <a:off x="1627773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4" name="Google Shape;554;p22"/>
            <p:cNvCxnSpPr/>
            <p:nvPr/>
          </p:nvCxnSpPr>
          <p:spPr>
            <a:xfrm flipH="1" rot="10800000">
              <a:off x="2026977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5" name="Google Shape;555;p22"/>
            <p:cNvCxnSpPr/>
            <p:nvPr/>
          </p:nvCxnSpPr>
          <p:spPr>
            <a:xfrm flipH="1" rot="10800000">
              <a:off x="2426182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556" name="Google Shape;55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98688" y="1948525"/>
            <a:ext cx="3419475" cy="7429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22"/>
          <p:cNvSpPr/>
          <p:nvPr/>
        </p:nvSpPr>
        <p:spPr>
          <a:xfrm>
            <a:off x="908538" y="2939150"/>
            <a:ext cx="11273700" cy="45603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z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8" name="Google Shape;558;p22"/>
          <p:cNvSpPr txBox="1"/>
          <p:nvPr/>
        </p:nvSpPr>
        <p:spPr>
          <a:xfrm>
            <a:off x="1111450" y="3295250"/>
            <a:ext cx="109647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fortaa"/>
              <a:buChar char="●"/>
            </a:pPr>
            <a:r>
              <a:rPr lang="en-US" sz="24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Кнопочная навигация: Весь функционал через интерактивные кнопки — без ввода команд</a:t>
            </a:r>
            <a:endParaRPr sz="24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fortaa"/>
              <a:buChar char="●"/>
            </a:pPr>
            <a:r>
              <a:rPr lang="en-US" sz="24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Двухрежимная архитектура: Обычный режим для быстрых вопросов, SkillUp для персонализированного обучения с трекингом</a:t>
            </a:r>
            <a:endParaRPr sz="25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fortaa"/>
              <a:buChar char="●"/>
            </a:pPr>
            <a:r>
              <a:rPr lang="en-US" sz="24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Контекстная привязка: Все действия (вопросы, тесты, материалы) автоматически связаны с выбранным навыком</a:t>
            </a:r>
            <a:endParaRPr sz="24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fortaa"/>
              <a:buChar char="●"/>
            </a:pPr>
            <a:r>
              <a:rPr lang="en-US" sz="24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Визуализация прогресса: Прогресс-бары (⚪ 0% → 🔄 50% → ✅ 100%) с автообновлением</a:t>
            </a:r>
            <a:endParaRPr sz="24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27"/>
        </a:solidFill>
      </p:bgPr>
    </p:bg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" name="Google Shape;56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89546" y="5181309"/>
            <a:ext cx="593850" cy="2987617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23"/>
          <p:cNvSpPr txBox="1"/>
          <p:nvPr/>
        </p:nvSpPr>
        <p:spPr>
          <a:xfrm>
            <a:off x="896575" y="1425600"/>
            <a:ext cx="6084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80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Обычный режим</a:t>
            </a:r>
            <a:endParaRPr sz="9000">
              <a:solidFill>
                <a:srgbClr val="FFBD4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65" name="Google Shape;565;p23"/>
          <p:cNvCxnSpPr/>
          <p:nvPr/>
        </p:nvCxnSpPr>
        <p:spPr>
          <a:xfrm>
            <a:off x="0" y="813642"/>
            <a:ext cx="7948800" cy="0"/>
          </a:xfrm>
          <a:prstGeom prst="straightConnector1">
            <a:avLst/>
          </a:prstGeom>
          <a:noFill/>
          <a:ln cap="flat" cmpd="sng" w="38100">
            <a:solidFill>
              <a:srgbClr val="FFBD4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66" name="Google Shape;566;p23"/>
          <p:cNvGrpSpPr/>
          <p:nvPr/>
        </p:nvGrpSpPr>
        <p:grpSpPr>
          <a:xfrm>
            <a:off x="896574" y="493738"/>
            <a:ext cx="1871799" cy="639836"/>
            <a:chOff x="-39" y="0"/>
            <a:chExt cx="2495732" cy="853115"/>
          </a:xfrm>
        </p:grpSpPr>
        <p:grpSp>
          <p:nvGrpSpPr>
            <p:cNvPr id="567" name="Google Shape;567;p23"/>
            <p:cNvGrpSpPr/>
            <p:nvPr/>
          </p:nvGrpSpPr>
          <p:grpSpPr>
            <a:xfrm rot="5400000">
              <a:off x="-39" y="0"/>
              <a:ext cx="853115" cy="853115"/>
              <a:chOff x="0" y="0"/>
              <a:chExt cx="812800" cy="812800"/>
            </a:xfrm>
          </p:grpSpPr>
          <p:sp>
            <p:nvSpPr>
              <p:cNvPr id="568" name="Google Shape;568;p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4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9" name="Google Shape;569;p23"/>
              <p:cNvSpPr txBox="1"/>
              <p:nvPr/>
            </p:nvSpPr>
            <p:spPr>
              <a:xfrm>
                <a:off x="76200" y="19050"/>
                <a:ext cx="660300" cy="71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0" name="Google Shape;570;p23"/>
            <p:cNvGrpSpPr/>
            <p:nvPr/>
          </p:nvGrpSpPr>
          <p:grpSpPr>
            <a:xfrm rot="5400000">
              <a:off x="1105025" y="91998"/>
              <a:ext cx="669097" cy="669097"/>
              <a:chOff x="0" y="0"/>
              <a:chExt cx="812800" cy="812800"/>
            </a:xfrm>
          </p:grpSpPr>
          <p:sp>
            <p:nvSpPr>
              <p:cNvPr id="571" name="Google Shape;571;p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4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2" name="Google Shape;572;p23"/>
              <p:cNvSpPr txBox="1"/>
              <p:nvPr/>
            </p:nvSpPr>
            <p:spPr>
              <a:xfrm>
                <a:off x="76200" y="19050"/>
                <a:ext cx="660300" cy="71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3" name="Google Shape;573;p23"/>
            <p:cNvGrpSpPr/>
            <p:nvPr/>
          </p:nvGrpSpPr>
          <p:grpSpPr>
            <a:xfrm rot="5400000">
              <a:off x="2026057" y="191735"/>
              <a:ext cx="469636" cy="469636"/>
              <a:chOff x="0" y="0"/>
              <a:chExt cx="812800" cy="812800"/>
            </a:xfrm>
          </p:grpSpPr>
          <p:sp>
            <p:nvSpPr>
              <p:cNvPr id="574" name="Google Shape;574;p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4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5" name="Google Shape;575;p23"/>
              <p:cNvSpPr txBox="1"/>
              <p:nvPr/>
            </p:nvSpPr>
            <p:spPr>
              <a:xfrm>
                <a:off x="76200" y="19050"/>
                <a:ext cx="660300" cy="71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76" name="Google Shape;576;p23"/>
          <p:cNvGrpSpPr/>
          <p:nvPr/>
        </p:nvGrpSpPr>
        <p:grpSpPr>
          <a:xfrm rot="5400000">
            <a:off x="7796331" y="637540"/>
            <a:ext cx="352186" cy="352186"/>
            <a:chOff x="0" y="0"/>
            <a:chExt cx="812800" cy="812800"/>
          </a:xfrm>
        </p:grpSpPr>
        <p:sp>
          <p:nvSpPr>
            <p:cNvPr id="577" name="Google Shape;577;p2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23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9" name="Google Shape;579;p23"/>
          <p:cNvGrpSpPr/>
          <p:nvPr/>
        </p:nvGrpSpPr>
        <p:grpSpPr>
          <a:xfrm>
            <a:off x="15618305" y="1655"/>
            <a:ext cx="2137519" cy="475425"/>
            <a:chOff x="30956" y="22078"/>
            <a:chExt cx="2850026" cy="633900"/>
          </a:xfrm>
        </p:grpSpPr>
        <p:cxnSp>
          <p:nvCxnSpPr>
            <p:cNvPr id="580" name="Google Shape;580;p23"/>
            <p:cNvCxnSpPr/>
            <p:nvPr/>
          </p:nvCxnSpPr>
          <p:spPr>
            <a:xfrm flipH="1" rot="10800000">
              <a:off x="30956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1" name="Google Shape;581;p23"/>
            <p:cNvCxnSpPr/>
            <p:nvPr/>
          </p:nvCxnSpPr>
          <p:spPr>
            <a:xfrm flipH="1" rot="10800000">
              <a:off x="430160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2" name="Google Shape;582;p23"/>
            <p:cNvCxnSpPr/>
            <p:nvPr/>
          </p:nvCxnSpPr>
          <p:spPr>
            <a:xfrm flipH="1" rot="10800000">
              <a:off x="829364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3" name="Google Shape;583;p23"/>
            <p:cNvCxnSpPr/>
            <p:nvPr/>
          </p:nvCxnSpPr>
          <p:spPr>
            <a:xfrm flipH="1" rot="10800000">
              <a:off x="1228569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4" name="Google Shape;584;p23"/>
            <p:cNvCxnSpPr/>
            <p:nvPr/>
          </p:nvCxnSpPr>
          <p:spPr>
            <a:xfrm flipH="1" rot="10800000">
              <a:off x="1627773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5" name="Google Shape;585;p23"/>
            <p:cNvCxnSpPr/>
            <p:nvPr/>
          </p:nvCxnSpPr>
          <p:spPr>
            <a:xfrm flipH="1" rot="10800000">
              <a:off x="2026977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6" name="Google Shape;586;p23"/>
            <p:cNvCxnSpPr/>
            <p:nvPr/>
          </p:nvCxnSpPr>
          <p:spPr>
            <a:xfrm flipH="1" rot="10800000">
              <a:off x="2426182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87" name="Google Shape;587;p23"/>
          <p:cNvGrpSpPr/>
          <p:nvPr/>
        </p:nvGrpSpPr>
        <p:grpSpPr>
          <a:xfrm rot="5400000">
            <a:off x="-814388" y="7426212"/>
            <a:ext cx="2137520" cy="475425"/>
            <a:chOff x="30956" y="22078"/>
            <a:chExt cx="2850026" cy="633900"/>
          </a:xfrm>
        </p:grpSpPr>
        <p:cxnSp>
          <p:nvCxnSpPr>
            <p:cNvPr id="588" name="Google Shape;588;p23"/>
            <p:cNvCxnSpPr/>
            <p:nvPr/>
          </p:nvCxnSpPr>
          <p:spPr>
            <a:xfrm flipH="1" rot="10800000">
              <a:off x="30956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9" name="Google Shape;589;p23"/>
            <p:cNvCxnSpPr/>
            <p:nvPr/>
          </p:nvCxnSpPr>
          <p:spPr>
            <a:xfrm flipH="1" rot="10800000">
              <a:off x="430160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0" name="Google Shape;590;p23"/>
            <p:cNvCxnSpPr/>
            <p:nvPr/>
          </p:nvCxnSpPr>
          <p:spPr>
            <a:xfrm flipH="1" rot="10800000">
              <a:off x="829364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1" name="Google Shape;591;p23"/>
            <p:cNvCxnSpPr/>
            <p:nvPr/>
          </p:nvCxnSpPr>
          <p:spPr>
            <a:xfrm flipH="1" rot="10800000">
              <a:off x="1228569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2" name="Google Shape;592;p23"/>
            <p:cNvCxnSpPr/>
            <p:nvPr/>
          </p:nvCxnSpPr>
          <p:spPr>
            <a:xfrm flipH="1" rot="10800000">
              <a:off x="1627773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3" name="Google Shape;593;p23"/>
            <p:cNvCxnSpPr/>
            <p:nvPr/>
          </p:nvCxnSpPr>
          <p:spPr>
            <a:xfrm flipH="1" rot="10800000">
              <a:off x="2026977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4" name="Google Shape;594;p23"/>
            <p:cNvCxnSpPr/>
            <p:nvPr/>
          </p:nvCxnSpPr>
          <p:spPr>
            <a:xfrm flipH="1" rot="10800000">
              <a:off x="2426182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595" name="Google Shape;59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94088" y="1540325"/>
            <a:ext cx="3419475" cy="7429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23"/>
          <p:cNvSpPr/>
          <p:nvPr/>
        </p:nvSpPr>
        <p:spPr>
          <a:xfrm>
            <a:off x="906225" y="3102425"/>
            <a:ext cx="11273700" cy="45603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z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7" name="Google Shape;597;p23"/>
          <p:cNvSpPr txBox="1"/>
          <p:nvPr/>
        </p:nvSpPr>
        <p:spPr>
          <a:xfrm>
            <a:off x="1115163" y="3504725"/>
            <a:ext cx="109647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Comfortaa"/>
              <a:buChar char="●"/>
            </a:pPr>
            <a:r>
              <a:rPr lang="en-US" sz="26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Быстрый поиск по базе знаний Cloud.ru: Пользователь задаёт вопрос — система находит релевантные материалы и формирует ответ с источниками</a:t>
            </a:r>
            <a:endParaRPr sz="26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Comfortaa"/>
              <a:buChar char="●"/>
            </a:pPr>
            <a:r>
              <a:rPr lang="en-US" sz="26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Генерация учебных вопросов: По любой теме бот создаёт вопросы для самопроверки знаний</a:t>
            </a:r>
            <a:endParaRPr sz="26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Comfortaa"/>
              <a:buChar char="●"/>
            </a:pPr>
            <a:r>
              <a:rPr lang="en-US" sz="26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Рекомендации материалов: Система подбирает учебные ресурсы и документацию по запрошенной теме</a:t>
            </a:r>
            <a:endParaRPr sz="26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27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89546" y="5181309"/>
            <a:ext cx="593850" cy="2987617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24"/>
          <p:cNvSpPr txBox="1"/>
          <p:nvPr/>
        </p:nvSpPr>
        <p:spPr>
          <a:xfrm>
            <a:off x="896575" y="1425600"/>
            <a:ext cx="1631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80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SkillUp режим пользователи и навыки</a:t>
            </a:r>
            <a:endParaRPr sz="9000">
              <a:solidFill>
                <a:srgbClr val="FFBD4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04" name="Google Shape;604;p24"/>
          <p:cNvCxnSpPr/>
          <p:nvPr/>
        </p:nvCxnSpPr>
        <p:spPr>
          <a:xfrm>
            <a:off x="0" y="813642"/>
            <a:ext cx="7948800" cy="0"/>
          </a:xfrm>
          <a:prstGeom prst="straightConnector1">
            <a:avLst/>
          </a:prstGeom>
          <a:noFill/>
          <a:ln cap="flat" cmpd="sng" w="38100">
            <a:solidFill>
              <a:srgbClr val="FFBD4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05" name="Google Shape;605;p24"/>
          <p:cNvGrpSpPr/>
          <p:nvPr/>
        </p:nvGrpSpPr>
        <p:grpSpPr>
          <a:xfrm>
            <a:off x="896574" y="493738"/>
            <a:ext cx="1871799" cy="639836"/>
            <a:chOff x="-39" y="0"/>
            <a:chExt cx="2495732" cy="853115"/>
          </a:xfrm>
        </p:grpSpPr>
        <p:grpSp>
          <p:nvGrpSpPr>
            <p:cNvPr id="606" name="Google Shape;606;p24"/>
            <p:cNvGrpSpPr/>
            <p:nvPr/>
          </p:nvGrpSpPr>
          <p:grpSpPr>
            <a:xfrm rot="5400000">
              <a:off x="-39" y="0"/>
              <a:ext cx="853115" cy="853115"/>
              <a:chOff x="0" y="0"/>
              <a:chExt cx="812800" cy="812800"/>
            </a:xfrm>
          </p:grpSpPr>
          <p:sp>
            <p:nvSpPr>
              <p:cNvPr id="607" name="Google Shape;607;p2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4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8" name="Google Shape;608;p24"/>
              <p:cNvSpPr txBox="1"/>
              <p:nvPr/>
            </p:nvSpPr>
            <p:spPr>
              <a:xfrm>
                <a:off x="76200" y="19050"/>
                <a:ext cx="660300" cy="71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9" name="Google Shape;609;p24"/>
            <p:cNvGrpSpPr/>
            <p:nvPr/>
          </p:nvGrpSpPr>
          <p:grpSpPr>
            <a:xfrm rot="5400000">
              <a:off x="1105025" y="91998"/>
              <a:ext cx="669097" cy="669097"/>
              <a:chOff x="0" y="0"/>
              <a:chExt cx="812800" cy="812800"/>
            </a:xfrm>
          </p:grpSpPr>
          <p:sp>
            <p:nvSpPr>
              <p:cNvPr id="610" name="Google Shape;610;p2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4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1" name="Google Shape;611;p24"/>
              <p:cNvSpPr txBox="1"/>
              <p:nvPr/>
            </p:nvSpPr>
            <p:spPr>
              <a:xfrm>
                <a:off x="76200" y="19050"/>
                <a:ext cx="660300" cy="71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2" name="Google Shape;612;p24"/>
            <p:cNvGrpSpPr/>
            <p:nvPr/>
          </p:nvGrpSpPr>
          <p:grpSpPr>
            <a:xfrm rot="5400000">
              <a:off x="2026057" y="191735"/>
              <a:ext cx="469636" cy="469636"/>
              <a:chOff x="0" y="0"/>
              <a:chExt cx="812800" cy="812800"/>
            </a:xfrm>
          </p:grpSpPr>
          <p:sp>
            <p:nvSpPr>
              <p:cNvPr id="613" name="Google Shape;613;p2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4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4" name="Google Shape;614;p24"/>
              <p:cNvSpPr txBox="1"/>
              <p:nvPr/>
            </p:nvSpPr>
            <p:spPr>
              <a:xfrm>
                <a:off x="76200" y="19050"/>
                <a:ext cx="660300" cy="71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15" name="Google Shape;615;p24"/>
          <p:cNvGrpSpPr/>
          <p:nvPr/>
        </p:nvGrpSpPr>
        <p:grpSpPr>
          <a:xfrm rot="5400000">
            <a:off x="7796331" y="637540"/>
            <a:ext cx="352186" cy="352186"/>
            <a:chOff x="0" y="0"/>
            <a:chExt cx="812800" cy="812800"/>
          </a:xfrm>
        </p:grpSpPr>
        <p:sp>
          <p:nvSpPr>
            <p:cNvPr id="616" name="Google Shape;616;p2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24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8" name="Google Shape;618;p24"/>
          <p:cNvGrpSpPr/>
          <p:nvPr/>
        </p:nvGrpSpPr>
        <p:grpSpPr>
          <a:xfrm>
            <a:off x="15618305" y="1655"/>
            <a:ext cx="2137519" cy="475425"/>
            <a:chOff x="30956" y="22078"/>
            <a:chExt cx="2850026" cy="633900"/>
          </a:xfrm>
        </p:grpSpPr>
        <p:cxnSp>
          <p:nvCxnSpPr>
            <p:cNvPr id="619" name="Google Shape;619;p24"/>
            <p:cNvCxnSpPr/>
            <p:nvPr/>
          </p:nvCxnSpPr>
          <p:spPr>
            <a:xfrm flipH="1" rot="10800000">
              <a:off x="30956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0" name="Google Shape;620;p24"/>
            <p:cNvCxnSpPr/>
            <p:nvPr/>
          </p:nvCxnSpPr>
          <p:spPr>
            <a:xfrm flipH="1" rot="10800000">
              <a:off x="430160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1" name="Google Shape;621;p24"/>
            <p:cNvCxnSpPr/>
            <p:nvPr/>
          </p:nvCxnSpPr>
          <p:spPr>
            <a:xfrm flipH="1" rot="10800000">
              <a:off x="829364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2" name="Google Shape;622;p24"/>
            <p:cNvCxnSpPr/>
            <p:nvPr/>
          </p:nvCxnSpPr>
          <p:spPr>
            <a:xfrm flipH="1" rot="10800000">
              <a:off x="1228569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3" name="Google Shape;623;p24"/>
            <p:cNvCxnSpPr/>
            <p:nvPr/>
          </p:nvCxnSpPr>
          <p:spPr>
            <a:xfrm flipH="1" rot="10800000">
              <a:off x="1627773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4" name="Google Shape;624;p24"/>
            <p:cNvCxnSpPr/>
            <p:nvPr/>
          </p:nvCxnSpPr>
          <p:spPr>
            <a:xfrm flipH="1" rot="10800000">
              <a:off x="2026977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5" name="Google Shape;625;p24"/>
            <p:cNvCxnSpPr/>
            <p:nvPr/>
          </p:nvCxnSpPr>
          <p:spPr>
            <a:xfrm flipH="1" rot="10800000">
              <a:off x="2426182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26" name="Google Shape;626;p24"/>
          <p:cNvGrpSpPr/>
          <p:nvPr/>
        </p:nvGrpSpPr>
        <p:grpSpPr>
          <a:xfrm rot="5400000">
            <a:off x="-814388" y="7426212"/>
            <a:ext cx="2137520" cy="475425"/>
            <a:chOff x="30956" y="22078"/>
            <a:chExt cx="2850026" cy="633900"/>
          </a:xfrm>
        </p:grpSpPr>
        <p:cxnSp>
          <p:nvCxnSpPr>
            <p:cNvPr id="627" name="Google Shape;627;p24"/>
            <p:cNvCxnSpPr/>
            <p:nvPr/>
          </p:nvCxnSpPr>
          <p:spPr>
            <a:xfrm flipH="1" rot="10800000">
              <a:off x="30956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8" name="Google Shape;628;p24"/>
            <p:cNvCxnSpPr/>
            <p:nvPr/>
          </p:nvCxnSpPr>
          <p:spPr>
            <a:xfrm flipH="1" rot="10800000">
              <a:off x="430160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9" name="Google Shape;629;p24"/>
            <p:cNvCxnSpPr/>
            <p:nvPr/>
          </p:nvCxnSpPr>
          <p:spPr>
            <a:xfrm flipH="1" rot="10800000">
              <a:off x="829364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0" name="Google Shape;630;p24"/>
            <p:cNvCxnSpPr/>
            <p:nvPr/>
          </p:nvCxnSpPr>
          <p:spPr>
            <a:xfrm flipH="1" rot="10800000">
              <a:off x="1228569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1" name="Google Shape;631;p24"/>
            <p:cNvCxnSpPr/>
            <p:nvPr/>
          </p:nvCxnSpPr>
          <p:spPr>
            <a:xfrm flipH="1" rot="10800000">
              <a:off x="1627773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2" name="Google Shape;632;p24"/>
            <p:cNvCxnSpPr/>
            <p:nvPr/>
          </p:nvCxnSpPr>
          <p:spPr>
            <a:xfrm flipH="1" rot="10800000">
              <a:off x="2026977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3" name="Google Shape;633;p24"/>
            <p:cNvCxnSpPr/>
            <p:nvPr/>
          </p:nvCxnSpPr>
          <p:spPr>
            <a:xfrm flipH="1" rot="10800000">
              <a:off x="2426182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634" name="Google Shape;63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6563" y="2456525"/>
            <a:ext cx="3419475" cy="742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5" name="Google Shape;635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4413" y="2456525"/>
            <a:ext cx="3419475" cy="742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6" name="Google Shape;636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752263" y="2456525"/>
            <a:ext cx="3419475" cy="742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27"/>
        </a:solidFill>
      </p:bgPr>
    </p:bg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1" name="Google Shape;64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89546" y="5181309"/>
            <a:ext cx="593850" cy="2987617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25"/>
          <p:cNvSpPr txBox="1"/>
          <p:nvPr/>
        </p:nvSpPr>
        <p:spPr>
          <a:xfrm>
            <a:off x="896575" y="1425600"/>
            <a:ext cx="1631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80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SkillUp режим примеры ответов</a:t>
            </a:r>
            <a:endParaRPr sz="9000">
              <a:solidFill>
                <a:srgbClr val="FFBD4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43" name="Google Shape;643;p25"/>
          <p:cNvCxnSpPr/>
          <p:nvPr/>
        </p:nvCxnSpPr>
        <p:spPr>
          <a:xfrm>
            <a:off x="0" y="813642"/>
            <a:ext cx="7948800" cy="0"/>
          </a:xfrm>
          <a:prstGeom prst="straightConnector1">
            <a:avLst/>
          </a:prstGeom>
          <a:noFill/>
          <a:ln cap="flat" cmpd="sng" w="38100">
            <a:solidFill>
              <a:srgbClr val="FFBD4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44" name="Google Shape;644;p25"/>
          <p:cNvGrpSpPr/>
          <p:nvPr/>
        </p:nvGrpSpPr>
        <p:grpSpPr>
          <a:xfrm>
            <a:off x="896574" y="493738"/>
            <a:ext cx="1871799" cy="639836"/>
            <a:chOff x="-39" y="0"/>
            <a:chExt cx="2495732" cy="853115"/>
          </a:xfrm>
        </p:grpSpPr>
        <p:grpSp>
          <p:nvGrpSpPr>
            <p:cNvPr id="645" name="Google Shape;645;p25"/>
            <p:cNvGrpSpPr/>
            <p:nvPr/>
          </p:nvGrpSpPr>
          <p:grpSpPr>
            <a:xfrm rot="5400000">
              <a:off x="-39" y="0"/>
              <a:ext cx="853115" cy="853115"/>
              <a:chOff x="0" y="0"/>
              <a:chExt cx="812800" cy="812800"/>
            </a:xfrm>
          </p:grpSpPr>
          <p:sp>
            <p:nvSpPr>
              <p:cNvPr id="646" name="Google Shape;646;p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4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7" name="Google Shape;647;p25"/>
              <p:cNvSpPr txBox="1"/>
              <p:nvPr/>
            </p:nvSpPr>
            <p:spPr>
              <a:xfrm>
                <a:off x="76200" y="19050"/>
                <a:ext cx="660300" cy="71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8" name="Google Shape;648;p25"/>
            <p:cNvGrpSpPr/>
            <p:nvPr/>
          </p:nvGrpSpPr>
          <p:grpSpPr>
            <a:xfrm rot="5400000">
              <a:off x="1105025" y="91998"/>
              <a:ext cx="669097" cy="669097"/>
              <a:chOff x="0" y="0"/>
              <a:chExt cx="812800" cy="812800"/>
            </a:xfrm>
          </p:grpSpPr>
          <p:sp>
            <p:nvSpPr>
              <p:cNvPr id="649" name="Google Shape;649;p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4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0" name="Google Shape;650;p25"/>
              <p:cNvSpPr txBox="1"/>
              <p:nvPr/>
            </p:nvSpPr>
            <p:spPr>
              <a:xfrm>
                <a:off x="76200" y="19050"/>
                <a:ext cx="660300" cy="71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51" name="Google Shape;651;p25"/>
            <p:cNvGrpSpPr/>
            <p:nvPr/>
          </p:nvGrpSpPr>
          <p:grpSpPr>
            <a:xfrm rot="5400000">
              <a:off x="2026057" y="191735"/>
              <a:ext cx="469636" cy="469636"/>
              <a:chOff x="0" y="0"/>
              <a:chExt cx="812800" cy="812800"/>
            </a:xfrm>
          </p:grpSpPr>
          <p:sp>
            <p:nvSpPr>
              <p:cNvPr id="652" name="Google Shape;652;p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4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3" name="Google Shape;653;p25"/>
              <p:cNvSpPr txBox="1"/>
              <p:nvPr/>
            </p:nvSpPr>
            <p:spPr>
              <a:xfrm>
                <a:off x="76200" y="19050"/>
                <a:ext cx="660300" cy="71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54" name="Google Shape;654;p25"/>
          <p:cNvGrpSpPr/>
          <p:nvPr/>
        </p:nvGrpSpPr>
        <p:grpSpPr>
          <a:xfrm rot="5400000">
            <a:off x="7796331" y="637540"/>
            <a:ext cx="352186" cy="352186"/>
            <a:chOff x="0" y="0"/>
            <a:chExt cx="812800" cy="812800"/>
          </a:xfrm>
        </p:grpSpPr>
        <p:sp>
          <p:nvSpPr>
            <p:cNvPr id="655" name="Google Shape;655;p2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25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7" name="Google Shape;657;p25"/>
          <p:cNvGrpSpPr/>
          <p:nvPr/>
        </p:nvGrpSpPr>
        <p:grpSpPr>
          <a:xfrm>
            <a:off x="15618305" y="1655"/>
            <a:ext cx="2137519" cy="475425"/>
            <a:chOff x="30956" y="22078"/>
            <a:chExt cx="2850026" cy="633900"/>
          </a:xfrm>
        </p:grpSpPr>
        <p:cxnSp>
          <p:nvCxnSpPr>
            <p:cNvPr id="658" name="Google Shape;658;p25"/>
            <p:cNvCxnSpPr/>
            <p:nvPr/>
          </p:nvCxnSpPr>
          <p:spPr>
            <a:xfrm flipH="1" rot="10800000">
              <a:off x="30956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59" name="Google Shape;659;p25"/>
            <p:cNvCxnSpPr/>
            <p:nvPr/>
          </p:nvCxnSpPr>
          <p:spPr>
            <a:xfrm flipH="1" rot="10800000">
              <a:off x="430160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0" name="Google Shape;660;p25"/>
            <p:cNvCxnSpPr/>
            <p:nvPr/>
          </p:nvCxnSpPr>
          <p:spPr>
            <a:xfrm flipH="1" rot="10800000">
              <a:off x="829364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1" name="Google Shape;661;p25"/>
            <p:cNvCxnSpPr/>
            <p:nvPr/>
          </p:nvCxnSpPr>
          <p:spPr>
            <a:xfrm flipH="1" rot="10800000">
              <a:off x="1228569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2" name="Google Shape;662;p25"/>
            <p:cNvCxnSpPr/>
            <p:nvPr/>
          </p:nvCxnSpPr>
          <p:spPr>
            <a:xfrm flipH="1" rot="10800000">
              <a:off x="1627773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3" name="Google Shape;663;p25"/>
            <p:cNvCxnSpPr/>
            <p:nvPr/>
          </p:nvCxnSpPr>
          <p:spPr>
            <a:xfrm flipH="1" rot="10800000">
              <a:off x="2026977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4" name="Google Shape;664;p25"/>
            <p:cNvCxnSpPr/>
            <p:nvPr/>
          </p:nvCxnSpPr>
          <p:spPr>
            <a:xfrm flipH="1" rot="10800000">
              <a:off x="2426182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65" name="Google Shape;665;p25"/>
          <p:cNvGrpSpPr/>
          <p:nvPr/>
        </p:nvGrpSpPr>
        <p:grpSpPr>
          <a:xfrm rot="5400000">
            <a:off x="-814388" y="7426212"/>
            <a:ext cx="2137520" cy="475425"/>
            <a:chOff x="30956" y="22078"/>
            <a:chExt cx="2850026" cy="633900"/>
          </a:xfrm>
        </p:grpSpPr>
        <p:cxnSp>
          <p:nvCxnSpPr>
            <p:cNvPr id="666" name="Google Shape;666;p25"/>
            <p:cNvCxnSpPr/>
            <p:nvPr/>
          </p:nvCxnSpPr>
          <p:spPr>
            <a:xfrm flipH="1" rot="10800000">
              <a:off x="30956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7" name="Google Shape;667;p25"/>
            <p:cNvCxnSpPr/>
            <p:nvPr/>
          </p:nvCxnSpPr>
          <p:spPr>
            <a:xfrm flipH="1" rot="10800000">
              <a:off x="430160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8" name="Google Shape;668;p25"/>
            <p:cNvCxnSpPr/>
            <p:nvPr/>
          </p:nvCxnSpPr>
          <p:spPr>
            <a:xfrm flipH="1" rot="10800000">
              <a:off x="829364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9" name="Google Shape;669;p25"/>
            <p:cNvCxnSpPr/>
            <p:nvPr/>
          </p:nvCxnSpPr>
          <p:spPr>
            <a:xfrm flipH="1" rot="10800000">
              <a:off x="1228569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0" name="Google Shape;670;p25"/>
            <p:cNvCxnSpPr/>
            <p:nvPr/>
          </p:nvCxnSpPr>
          <p:spPr>
            <a:xfrm flipH="1" rot="10800000">
              <a:off x="1627773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1" name="Google Shape;671;p25"/>
            <p:cNvCxnSpPr/>
            <p:nvPr/>
          </p:nvCxnSpPr>
          <p:spPr>
            <a:xfrm flipH="1" rot="10800000">
              <a:off x="2026977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2" name="Google Shape;672;p25"/>
            <p:cNvCxnSpPr/>
            <p:nvPr/>
          </p:nvCxnSpPr>
          <p:spPr>
            <a:xfrm flipH="1" rot="10800000">
              <a:off x="2426182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673" name="Google Shape;673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6563" y="2547250"/>
            <a:ext cx="3419475" cy="742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4" name="Google Shape;674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38038" y="2547250"/>
            <a:ext cx="3419475" cy="742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" name="Google Shape;675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36588" y="2452025"/>
            <a:ext cx="3419475" cy="742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6" name="Google Shape;676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415750" y="2452025"/>
            <a:ext cx="3419475" cy="742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27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Google Shape;68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89546" y="5181309"/>
            <a:ext cx="593850" cy="2987617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26"/>
          <p:cNvSpPr txBox="1"/>
          <p:nvPr/>
        </p:nvSpPr>
        <p:spPr>
          <a:xfrm>
            <a:off x="896575" y="1425600"/>
            <a:ext cx="167619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800">
                <a:solidFill>
                  <a:srgbClr val="F9FAFB"/>
                </a:solidFill>
                <a:latin typeface="Comfortaa"/>
                <a:ea typeface="Comfortaa"/>
                <a:cs typeface="Comfortaa"/>
                <a:sym typeface="Comfortaa"/>
              </a:rPr>
              <a:t>Дальнейшее развитие и масштабируемость</a:t>
            </a:r>
            <a:endParaRPr b="1" sz="4800">
              <a:solidFill>
                <a:srgbClr val="F9FAFB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80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t/>
            </a:r>
            <a:endParaRPr sz="9000">
              <a:solidFill>
                <a:srgbClr val="FFBD4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83" name="Google Shape;683;p26"/>
          <p:cNvCxnSpPr/>
          <p:nvPr/>
        </p:nvCxnSpPr>
        <p:spPr>
          <a:xfrm>
            <a:off x="0" y="813642"/>
            <a:ext cx="7948800" cy="0"/>
          </a:xfrm>
          <a:prstGeom prst="straightConnector1">
            <a:avLst/>
          </a:prstGeom>
          <a:noFill/>
          <a:ln cap="flat" cmpd="sng" w="38100">
            <a:solidFill>
              <a:srgbClr val="FFBD4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84" name="Google Shape;684;p26"/>
          <p:cNvGrpSpPr/>
          <p:nvPr/>
        </p:nvGrpSpPr>
        <p:grpSpPr>
          <a:xfrm>
            <a:off x="896574" y="493738"/>
            <a:ext cx="1871799" cy="639836"/>
            <a:chOff x="-39" y="0"/>
            <a:chExt cx="2495732" cy="853115"/>
          </a:xfrm>
        </p:grpSpPr>
        <p:grpSp>
          <p:nvGrpSpPr>
            <p:cNvPr id="685" name="Google Shape;685;p26"/>
            <p:cNvGrpSpPr/>
            <p:nvPr/>
          </p:nvGrpSpPr>
          <p:grpSpPr>
            <a:xfrm rot="5400000">
              <a:off x="-39" y="0"/>
              <a:ext cx="853115" cy="853115"/>
              <a:chOff x="0" y="0"/>
              <a:chExt cx="812800" cy="812800"/>
            </a:xfrm>
          </p:grpSpPr>
          <p:sp>
            <p:nvSpPr>
              <p:cNvPr id="686" name="Google Shape;686;p2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4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7" name="Google Shape;687;p26"/>
              <p:cNvSpPr txBox="1"/>
              <p:nvPr/>
            </p:nvSpPr>
            <p:spPr>
              <a:xfrm>
                <a:off x="76200" y="19050"/>
                <a:ext cx="660300" cy="71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8" name="Google Shape;688;p26"/>
            <p:cNvGrpSpPr/>
            <p:nvPr/>
          </p:nvGrpSpPr>
          <p:grpSpPr>
            <a:xfrm rot="5400000">
              <a:off x="1105025" y="91998"/>
              <a:ext cx="669097" cy="669097"/>
              <a:chOff x="0" y="0"/>
              <a:chExt cx="812800" cy="812800"/>
            </a:xfrm>
          </p:grpSpPr>
          <p:sp>
            <p:nvSpPr>
              <p:cNvPr id="689" name="Google Shape;689;p2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4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0" name="Google Shape;690;p26"/>
              <p:cNvSpPr txBox="1"/>
              <p:nvPr/>
            </p:nvSpPr>
            <p:spPr>
              <a:xfrm>
                <a:off x="76200" y="19050"/>
                <a:ext cx="660300" cy="71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1" name="Google Shape;691;p26"/>
            <p:cNvGrpSpPr/>
            <p:nvPr/>
          </p:nvGrpSpPr>
          <p:grpSpPr>
            <a:xfrm rot="5400000">
              <a:off x="2026057" y="191735"/>
              <a:ext cx="469636" cy="469636"/>
              <a:chOff x="0" y="0"/>
              <a:chExt cx="812800" cy="812800"/>
            </a:xfrm>
          </p:grpSpPr>
          <p:sp>
            <p:nvSpPr>
              <p:cNvPr id="692" name="Google Shape;692;p2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4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3" name="Google Shape;693;p26"/>
              <p:cNvSpPr txBox="1"/>
              <p:nvPr/>
            </p:nvSpPr>
            <p:spPr>
              <a:xfrm>
                <a:off x="76200" y="19050"/>
                <a:ext cx="660300" cy="71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94" name="Google Shape;694;p26"/>
          <p:cNvGrpSpPr/>
          <p:nvPr/>
        </p:nvGrpSpPr>
        <p:grpSpPr>
          <a:xfrm rot="5400000">
            <a:off x="7796331" y="637540"/>
            <a:ext cx="352186" cy="352186"/>
            <a:chOff x="0" y="0"/>
            <a:chExt cx="812800" cy="812800"/>
          </a:xfrm>
        </p:grpSpPr>
        <p:sp>
          <p:nvSpPr>
            <p:cNvPr id="695" name="Google Shape;695;p2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26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7" name="Google Shape;697;p26"/>
          <p:cNvGrpSpPr/>
          <p:nvPr/>
        </p:nvGrpSpPr>
        <p:grpSpPr>
          <a:xfrm>
            <a:off x="15618305" y="1655"/>
            <a:ext cx="2137519" cy="475425"/>
            <a:chOff x="30956" y="22078"/>
            <a:chExt cx="2850026" cy="633900"/>
          </a:xfrm>
        </p:grpSpPr>
        <p:cxnSp>
          <p:nvCxnSpPr>
            <p:cNvPr id="698" name="Google Shape;698;p26"/>
            <p:cNvCxnSpPr/>
            <p:nvPr/>
          </p:nvCxnSpPr>
          <p:spPr>
            <a:xfrm flipH="1" rot="10800000">
              <a:off x="30956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99" name="Google Shape;699;p26"/>
            <p:cNvCxnSpPr/>
            <p:nvPr/>
          </p:nvCxnSpPr>
          <p:spPr>
            <a:xfrm flipH="1" rot="10800000">
              <a:off x="430160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00" name="Google Shape;700;p26"/>
            <p:cNvCxnSpPr/>
            <p:nvPr/>
          </p:nvCxnSpPr>
          <p:spPr>
            <a:xfrm flipH="1" rot="10800000">
              <a:off x="829364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01" name="Google Shape;701;p26"/>
            <p:cNvCxnSpPr/>
            <p:nvPr/>
          </p:nvCxnSpPr>
          <p:spPr>
            <a:xfrm flipH="1" rot="10800000">
              <a:off x="1228569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02" name="Google Shape;702;p26"/>
            <p:cNvCxnSpPr/>
            <p:nvPr/>
          </p:nvCxnSpPr>
          <p:spPr>
            <a:xfrm flipH="1" rot="10800000">
              <a:off x="1627773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03" name="Google Shape;703;p26"/>
            <p:cNvCxnSpPr/>
            <p:nvPr/>
          </p:nvCxnSpPr>
          <p:spPr>
            <a:xfrm flipH="1" rot="10800000">
              <a:off x="2026977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04" name="Google Shape;704;p26"/>
            <p:cNvCxnSpPr/>
            <p:nvPr/>
          </p:nvCxnSpPr>
          <p:spPr>
            <a:xfrm flipH="1" rot="10800000">
              <a:off x="2426182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705" name="Google Shape;705;p26"/>
          <p:cNvGrpSpPr/>
          <p:nvPr/>
        </p:nvGrpSpPr>
        <p:grpSpPr>
          <a:xfrm rot="5400000">
            <a:off x="-814388" y="7426212"/>
            <a:ext cx="2137520" cy="475425"/>
            <a:chOff x="30956" y="22078"/>
            <a:chExt cx="2850026" cy="633900"/>
          </a:xfrm>
        </p:grpSpPr>
        <p:cxnSp>
          <p:nvCxnSpPr>
            <p:cNvPr id="706" name="Google Shape;706;p26"/>
            <p:cNvCxnSpPr/>
            <p:nvPr/>
          </p:nvCxnSpPr>
          <p:spPr>
            <a:xfrm flipH="1" rot="10800000">
              <a:off x="30956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07" name="Google Shape;707;p26"/>
            <p:cNvCxnSpPr/>
            <p:nvPr/>
          </p:nvCxnSpPr>
          <p:spPr>
            <a:xfrm flipH="1" rot="10800000">
              <a:off x="430160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08" name="Google Shape;708;p26"/>
            <p:cNvCxnSpPr/>
            <p:nvPr/>
          </p:nvCxnSpPr>
          <p:spPr>
            <a:xfrm flipH="1" rot="10800000">
              <a:off x="829364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09" name="Google Shape;709;p26"/>
            <p:cNvCxnSpPr/>
            <p:nvPr/>
          </p:nvCxnSpPr>
          <p:spPr>
            <a:xfrm flipH="1" rot="10800000">
              <a:off x="1228569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10" name="Google Shape;710;p26"/>
            <p:cNvCxnSpPr/>
            <p:nvPr/>
          </p:nvCxnSpPr>
          <p:spPr>
            <a:xfrm flipH="1" rot="10800000">
              <a:off x="1627773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11" name="Google Shape;711;p26"/>
            <p:cNvCxnSpPr/>
            <p:nvPr/>
          </p:nvCxnSpPr>
          <p:spPr>
            <a:xfrm flipH="1" rot="10800000">
              <a:off x="2026977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12" name="Google Shape;712;p26"/>
            <p:cNvCxnSpPr/>
            <p:nvPr/>
          </p:nvCxnSpPr>
          <p:spPr>
            <a:xfrm flipH="1" rot="10800000">
              <a:off x="2426182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713" name="Google Shape;713;p26"/>
          <p:cNvSpPr/>
          <p:nvPr/>
        </p:nvSpPr>
        <p:spPr>
          <a:xfrm>
            <a:off x="956950" y="2863350"/>
            <a:ext cx="11273700" cy="45603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4" name="Google Shape;714;p26"/>
          <p:cNvSpPr txBox="1"/>
          <p:nvPr/>
        </p:nvSpPr>
        <p:spPr>
          <a:xfrm>
            <a:off x="1323250" y="3087450"/>
            <a:ext cx="10541100" cy="43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Наш MVP заложил основу для роста:</a:t>
            </a:r>
            <a:endParaRPr sz="2400">
              <a:solidFill>
                <a:srgbClr val="0C0F27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C0F27"/>
              </a:buClr>
              <a:buSzPts val="2400"/>
              <a:buFont typeface="Comfortaa"/>
              <a:buChar char="●"/>
            </a:pPr>
            <a: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Новые предметы: Архитектура позволяет быстро подключать новые учебные курсы.</a:t>
            </a:r>
            <a:endParaRPr sz="2400">
              <a:solidFill>
                <a:srgbClr val="0C0F27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0F27"/>
              </a:buClr>
              <a:buSzPts val="2400"/>
              <a:buFont typeface="Comfortaa"/>
              <a:buChar char="●"/>
            </a:pPr>
            <a: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Расширение каналов: Готовы к разработке web-интерфейса (Gradio/Streamlit).</a:t>
            </a:r>
            <a:endParaRPr sz="2400">
              <a:solidFill>
                <a:srgbClr val="0C0F27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0F27"/>
              </a:buClr>
              <a:buSzPts val="2400"/>
              <a:buFont typeface="Comfortaa"/>
              <a:buChar char="●"/>
            </a:pPr>
            <a: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Углубление персонализации: Возможность внедрить адаптивные сценарии обучения.</a:t>
            </a:r>
            <a:endParaRPr sz="2400">
              <a:solidFill>
                <a:srgbClr val="0C0F27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0F27"/>
              </a:buClr>
              <a:buSzPts val="2400"/>
              <a:buFont typeface="Comfortaa"/>
              <a:buChar char="●"/>
            </a:pPr>
            <a: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Интеграция: Потенциал для подключения голосовых и визуальных помощников.</a:t>
            </a:r>
            <a:endParaRPr sz="2400">
              <a:solidFill>
                <a:srgbClr val="0C0F27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C0F27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27"/>
        </a:solidFill>
      </p:bgPr>
    </p:bg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9" name="Google Shape;71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4947" y="8089937"/>
            <a:ext cx="1430300" cy="1381609"/>
          </a:xfrm>
          <a:prstGeom prst="rect">
            <a:avLst/>
          </a:prstGeom>
          <a:noFill/>
          <a:ln>
            <a:noFill/>
          </a:ln>
        </p:spPr>
      </p:pic>
      <p:sp>
        <p:nvSpPr>
          <p:cNvPr id="720" name="Google Shape;720;p27"/>
          <p:cNvSpPr txBox="1"/>
          <p:nvPr/>
        </p:nvSpPr>
        <p:spPr>
          <a:xfrm>
            <a:off x="910800" y="928750"/>
            <a:ext cx="17037000" cy="8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7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Команда </a:t>
            </a:r>
            <a:r>
              <a:rPr lang="en-US" sz="470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«НейроЭмоции» </a:t>
            </a:r>
            <a:r>
              <a:rPr b="1" lang="en-US" sz="47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благодарит за внимание!</a:t>
            </a:r>
            <a:br>
              <a:rPr b="1" lang="en-US" sz="37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</a:br>
            <a:endParaRPr b="1" sz="37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7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7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Готовы ответить на ваши вопросы.</a:t>
            </a:r>
            <a:endParaRPr b="1" sz="24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FFBD4C"/>
                </a:solidFill>
                <a:latin typeface="Comfortaa"/>
                <a:ea typeface="Comfortaa"/>
                <a:cs typeface="Comfortaa"/>
                <a:sym typeface="Comfortaa"/>
              </a:rPr>
              <a:t>Ссылка на репозиторий с кодом и документацией: </a:t>
            </a:r>
            <a:br>
              <a:rPr lang="en-US" sz="1700">
                <a:solidFill>
                  <a:srgbClr val="FFBD4C"/>
                </a:solidFill>
                <a:latin typeface="Comfortaa"/>
                <a:ea typeface="Comfortaa"/>
                <a:cs typeface="Comfortaa"/>
                <a:sym typeface="Comfortaa"/>
              </a:rPr>
            </a:br>
            <a:r>
              <a:rPr lang="en-US" sz="1700" u="sng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https://github.com/Bulahov/Hakaton3</a:t>
            </a:r>
            <a:br>
              <a:rPr lang="en-US" sz="1700">
                <a:solidFill>
                  <a:srgbClr val="FFBD4C"/>
                </a:solidFill>
                <a:latin typeface="Comfortaa"/>
                <a:ea typeface="Comfortaa"/>
                <a:cs typeface="Comfortaa"/>
                <a:sym typeface="Comfortaa"/>
              </a:rPr>
            </a:br>
            <a:endParaRPr sz="1700">
              <a:solidFill>
                <a:srgbClr val="FFBD4C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FFBD4C"/>
                </a:solidFill>
                <a:latin typeface="Comfortaa"/>
                <a:ea typeface="Comfortaa"/>
                <a:cs typeface="Comfortaa"/>
                <a:sym typeface="Comfortaa"/>
              </a:rPr>
              <a:t>Ссылка на текстовый отчет по этапам работы: </a:t>
            </a:r>
            <a:br>
              <a:rPr lang="en-US" sz="1700">
                <a:solidFill>
                  <a:srgbClr val="FFBD4C"/>
                </a:solidFill>
                <a:latin typeface="Comfortaa"/>
                <a:ea typeface="Comfortaa"/>
                <a:cs typeface="Comfortaa"/>
                <a:sym typeface="Comfortaa"/>
              </a:rPr>
            </a:br>
            <a:r>
              <a:rPr lang="en-US" sz="1700" u="sng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https://github.com/Bulahov/Hakaton3/blob/main/README.md</a:t>
            </a:r>
            <a:endParaRPr sz="170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t/>
            </a:r>
            <a:endParaRPr sz="9000">
              <a:solidFill>
                <a:srgbClr val="FFBD4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21" name="Google Shape;721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119125" y="3721888"/>
            <a:ext cx="4160450" cy="54830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ade Marketing">
  <a:themeElements>
    <a:clrScheme name="Office">
      <a:dk1>
        <a:srgbClr val="000000"/>
      </a:dk1>
      <a:lt1>
        <a:srgbClr val="FFFFFF"/>
      </a:lt1>
      <a:dk2>
        <a:srgbClr val="888888"/>
      </a:dk2>
      <a:lt2>
        <a:srgbClr val="FFBD4C"/>
      </a:lt2>
      <a:accent1>
        <a:srgbClr val="4E77A7"/>
      </a:accent1>
      <a:accent2>
        <a:srgbClr val="0C0F27"/>
      </a:accent2>
      <a:accent3>
        <a:srgbClr val="FFFFFF"/>
      </a:accent3>
      <a:accent4>
        <a:srgbClr val="888888"/>
      </a:accent4>
      <a:accent5>
        <a:srgbClr val="FFBD4C"/>
      </a:accent5>
      <a:accent6>
        <a:srgbClr val="4E77A7"/>
      </a:accent6>
      <a:hlink>
        <a:srgbClr val="0C0F27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